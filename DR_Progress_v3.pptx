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294" r:id="rId20"/>
    <p:sldId id="292" r:id="rId18"/>
    <p:sldId id="288" r:id="rId7"/>
    <p:sldId id="295" r:id="rId21"/>
    <p:sldId id="304" r:id="rId30"/>
    <p:sldId id="305" r:id="rId31"/>
    <p:sldId id="306" r:id="rId32"/>
    <p:sldId id="307" r:id="rId33"/>
    <p:sldId id="308" r:id="rId34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Project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14 imbalance runs (incl. geometric augmentation)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image-property shortcut, augmentation diagnosis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Prepared, not yet run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Group-aware DDR split notebook (random vs group vs camera split)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Run the group-aware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Report AUROC, per-grade results and own-source operating points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Capture-artifact mitigation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Five seeds, intervals, ECE, Brier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 with specificity 0.91, as designed: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diagnostic checks, using saved files and train/validation data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groups, only 480 same-grade. Removing them changes no metric by more than 0.001.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Capture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size, file size, colour and sharpness alone predict early DR: DDR 0.87, APTOS 0.976, EyePACS 0.59.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are not the problem; capture properties and the threshold are.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Capture artifacts in DDR and APTOS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properties alone predict the label (AUROC 0.87 and 0.976).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IDs: same-patient leakage is untested. Exact duplicates are not the issue.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contrast and the label audit stand; the rest needs a cleaner split and test.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In-domain scores are inflated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DDR (0.87) and APTOS (0.976) labels.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Run the group-aware DDR split notebook; retrain on it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