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294" r:id="rId20"/>
    <p:sldId id="292" r:id="rId18"/>
    <p:sldId id="288" r:id="rId7"/>
    <p:sldId id="295" r:id="rId21"/>
    <p:sldId id="304" r:id="rId30"/>
    <p:sldId id="305" r:id="rId31"/>
    <p:sldId id="306" r:id="rId32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Project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EyePACS,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C: version 1 merge (negative control)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wins on its own test but not on APTOS = it learned the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(1 seed)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once: no test result changed beyond seed noise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Report AUROC, per-grade results and own-source operating points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Five seeds, intervals, ECE,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Early DR (grades 1-2) vs No DR, mean of 3 seeds, threshold frozen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