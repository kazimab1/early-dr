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295" r:id="rId21"/>
    <p:sldId id="304" r:id="rId30"/>
    <p:sldId id="305" r:id="rId31"/>
    <p:sldId id="306" r:id="rId32"/>
    <p:sldId id="307" r:id="rId33"/>
    <p:sldId id="308" r:id="rId34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DDR, EyePACS and APTOS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audit: class counts and merge table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Pipeline on Kaggle: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 trained (3 seeds each)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test evaluation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14 imbalance runs (incl. geometric augmentation)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 properties, augmentation; group DDR split built and arms retrained (1 seed) and evaluated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Checked and ruled out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Group-split models evaluated once: no test result changed beyond seed noise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Near-duplicate leakage does not explain the high DDR scores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Prepared, not yet run: APTOS size-stratified check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Report AUROC, per-grade results and own-source operating points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Size-stratified and matched-subset checks for 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Five seeds, intervals, ECE, Brier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 with specificity 0.91, as designed: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diagnostic checks, using saved files and train/validation data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 and split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groups; 4% of DDR test had a near-duplicate in train. A group split removed it and the test results did not change.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Image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alone: DDR 0.58, APTOS 0.96, EyePACS 0.53. APTOS is camera-confounded; EyePACS is clean.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BatchNorm mismatch from the noise/blur part. Geometric aug on all classes: 0.977; on minority only: 0.834 (a label cue).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are not the problem; the APTOS confound and the threshold 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is confounded by capture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 predicts APTOS early DR (AUROC 0.96): its 0.994 is not clean evidence of robustness.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small (4%) and removed, but a patient's other eye cannot be. Retraining on a group split changed no test result.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 (0.50 to 0.59); APTOS is confounded (size 0.96);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Run the APTOS size-stratified check (saved predictions only)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Five seeds on the group split,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