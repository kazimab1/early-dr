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294" r:id="rId20"/>
    <p:sldId id="292" r:id="rId18"/>
    <p:sldId id="288" r:id="rId7"/>
    <p:sldId id="309" r:id="rId35"/>
    <p:sldId id="295" r:id="rId21"/>
    <p:sldId id="304" r:id="rId30"/>
    <p:sldId id="305" r:id="rId31"/>
    <p:sldId id="306" r:id="rId32"/>
    <p:sldId id="307" r:id="rId33"/>
    <p:sldId id="308" r:id="rId34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5_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Project progress update: DDR, EyePACS and APTOS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all EyePACS grades,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(control): DDR + EyePACS grades 1, 3, 4 only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does well on its own test, not on unseen 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audit: class counts and merge table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Pipeline on Kaggle: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 trained (3 seeds each)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test evaluation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14 imbalance runs (incl. geometric augmentation)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augmentation; group DDR split built and arms retrained (3 seeds) and evaluated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Group-split models evaluated over 3 seeds: AUROC changed by at most 0.003 on DDR and 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APTOS size-stratified check (post-hoc): AUROC 0.984 to 0.989 within same-size groups, so size alone does not explain 0.99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Report AUROC, per-grade results and own-source operating points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(other capture cues)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Five seeds, intervals, ECE, Brier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3 seeds, threshold frozen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0.93 with specificity 0.91, as designed: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diagnostic checks, using saved files and train/validation data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 and the test results did not change.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APTOS is camera-confounded; EyePACS is clean.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are not the problem; the APTOS confound and the threshold 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The Three Data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Exactly what each arm trains 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01" name="Arm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A: DDR only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Trained on DDR alone. The clean baseline: it never sees EyePACS.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baseline</a:t>
            </a:r>
          </a:p>
        </p:txBody>
      </p:sp>
      <p:sp>
        <p:nvSpPr>
          <p:cNvPr id="202" name="Arm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B: DDR + all EyePACS,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All EyePACS grades are added. The sampler makes each source equally likely within every grade, so grade frequencies stay natural.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does more data help without teaching the source?</a:t>
            </a:r>
          </a:p>
        </p:txBody>
      </p:sp>
      <p:sp>
        <p:nvSpPr>
          <p:cNvPr id="203" name="Arm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C: the old merge (negative control)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plus only EyePACS grades 1, 3 and 4: no EyePACS No DR and no grade 2. EyePACS then supplies mostly disease images, so the dataset name predicts disease.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a deliberately flawed control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Everything else is identical: model, image size, epochs, frozen splits and seeds.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