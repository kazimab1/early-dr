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7" r:id="rId1"/>
  </p:sldMasterIdLst>
  <p:notesMasterIdLst>
    <p:notesMasterId r:id="rId12"/>
  </p:notesMasterIdLst>
  <p:handoutMasterIdLst>
    <p:handoutMasterId r:id="rId13"/>
  </p:handoutMasterIdLst>
  <p:sldIdLst>
    <p:sldId id="256" r:id="rId2"/>
    <p:sldId id="258" r:id="rId3"/>
    <p:sldId id="303" r:id="rId29"/>
    <p:sldId id="304" r:id="rId30"/>
    <p:sldId id="305" r:id="rId31"/>
    <p:sldId id="306" r:id="rId32"/>
    <p:sldId id="307" r:id="rId33"/>
    <p:sldId id="308" r:id="rId34"/>
    <p:sldId id="309" r:id="rId35"/>
    <p:sldId id="310" r:id="rId36"/>
    <p:sldId id="311" r:id="rId37"/>
    <p:sldId id="312" r:id="rId38"/>
    <p:sldId id="265" r:id="rId10"/>
    <p:sldId id="267" r:id="rId11"/>
  </p:sldIdLst>
  <p:sldSz cx="9144000" cy="5143500" type="screen16x9"/>
  <p:notesSz cx="9144000" cy="6858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72" autoAdjust="0"/>
    <p:restoredTop sz="94660"/>
  </p:normalViewPr>
  <p:slideViewPr>
    <p:cSldViewPr snapToGrid="0">
      <p:cViewPr varScale="1">
        <p:scale>
          <a:sx n="119" d="100"/>
          <a:sy n="119" d="100"/>
        </p:scale>
        <p:origin x="446" y="96"/>
      </p:cViewPr>
      <p:guideLst>
        <p:guide orient="horz" pos="162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10" Type="http://schemas.openxmlformats.org/officeDocument/2006/relationships/slide" Target="slides/slide13.xml"/><Relationship Id="rId11" Type="http://schemas.openxmlformats.org/officeDocument/2006/relationships/slide" Target="slides/slide14.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0.xml"/><Relationship Id="rId37" Type="http://schemas.openxmlformats.org/officeDocument/2006/relationships/slide" Target="slides/slide11.xml"/><Relationship Id="rId38" Type="http://schemas.openxmlformats.org/officeDocument/2006/relationships/slide" Target="slides/slide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B312860-1975-8061-2CE3-B8E45943A683}"/>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4CFCB5A-3658-0982-E0B8-69C71A92D52F}"/>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DF0A7F9D-9802-4ED6-BF56-25C5E2F82295}" type="datetimeFigureOut">
              <a:rPr lang="en-US" smtClean="0"/>
              <a:t>7/22/2026</a:t>
            </a:fld>
            <a:endParaRPr lang="en-US"/>
          </a:p>
        </p:txBody>
      </p:sp>
      <p:sp>
        <p:nvSpPr>
          <p:cNvPr id="4" name="Footer Placeholder 3">
            <a:extLst>
              <a:ext uri="{FF2B5EF4-FFF2-40B4-BE49-F238E27FC236}">
                <a16:creationId xmlns:a16="http://schemas.microsoft.com/office/drawing/2014/main" id="{55939F0A-E2E7-21E1-8E46-E4DB86F5B260}"/>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7AE522C-0746-6130-9787-88A42369E183}"/>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3D1515B6-B6AE-41D6-8F0F-4DD928EAAC26}" type="slidenum">
              <a:rPr lang="en-US" smtClean="0"/>
              <a:t>‹#›</a:t>
            </a:fld>
            <a:endParaRPr lang="en-US"/>
          </a:p>
        </p:txBody>
      </p:sp>
    </p:spTree>
    <p:extLst>
      <p:ext uri="{BB962C8B-B14F-4D97-AF65-F5344CB8AC3E}">
        <p14:creationId xmlns:p14="http://schemas.microsoft.com/office/powerpoint/2010/main" val="407830834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962400" cy="344091"/>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5179484" y="0"/>
            <a:ext cx="3962400" cy="344091"/>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14400" y="3300412"/>
            <a:ext cx="7315200" cy="2700338"/>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6513910"/>
            <a:ext cx="3962400" cy="34409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5179484" y="6513910"/>
            <a:ext cx="3962400" cy="34409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hf sldNum="0" hdr="0" ftr="0" dt="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p1:notes"/>
          <p:cNvSpPr>
            <a:spLocks noGrp="1" noRot="1" noChangeAspect="1"/>
          </p:cNvSpPr>
          <p:nvPr>
            <p:ph type="sldImg" idx="2"/>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82" name="Google Shape;182;p1:notes"/>
          <p:cNvSpPr txBox="1">
            <a:spLocks noGrp="1"/>
          </p:cNvSpPr>
          <p:nvPr>
            <p:ph type="body" idx="1"/>
          </p:nvPr>
        </p:nvSpPr>
        <p:spPr>
          <a:xfrm>
            <a:off x="914400" y="3300412"/>
            <a:ext cx="7315200" cy="2700338"/>
          </a:xfrm>
          <a:prstGeom prst="rect">
            <a:avLst/>
          </a:prstGeom>
          <a:noFill/>
          <a:ln>
            <a:noFill/>
          </a:ln>
        </p:spPr>
        <p:txBody>
          <a:bodyPr spcFirstLastPara="1" wrap="square" lIns="91425" tIns="45700" rIns="91425" bIns="45700" anchor="t" anchorCtr="0">
            <a:noAutofit/>
          </a:bodyPr>
          <a:lstStyle/>
          <a:p>
            <a:r>
              <a:t>[0:08] Hi, my project is early detection of diabetic retinopathy from retinal photographs.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p22:notes"/>
          <p:cNvSpPr txBox="1">
            <a:spLocks noGrp="1"/>
          </p:cNvSpPr>
          <p:nvPr>
            <p:ph type="body" idx="1"/>
          </p:nvPr>
        </p:nvSpPr>
        <p:spPr>
          <a:xfrm>
            <a:off x="914400" y="3300412"/>
            <a:ext cx="7315200" cy="2700338"/>
          </a:xfrm>
          <a:prstGeom prst="rect">
            <a:avLst/>
          </a:prstGeom>
          <a:noFill/>
          <a:ln>
            <a:noFill/>
          </a:ln>
        </p:spPr>
        <p:txBody>
          <a:bodyPr spcFirstLastPara="1" wrap="square" lIns="91425" tIns="45700" rIns="91425" bIns="45700" anchor="t" anchorCtr="0">
            <a:noAutofit/>
          </a:bodyPr>
          <a:lstStyle/>
          <a:p>
            <a:r>
              <a:t>[0:03] Thank you for listening.</a:t>
            </a:r>
          </a:p>
        </p:txBody>
      </p:sp>
      <p:sp>
        <p:nvSpPr>
          <p:cNvPr id="269" name="Google Shape;269;p22:notes"/>
          <p:cNvSpPr>
            <a:spLocks noGrp="1" noRot="1" noChangeAspect="1"/>
          </p:cNvSpPr>
          <p:nvPr>
            <p:ph type="sldImg" idx="2"/>
          </p:nvPr>
        </p:nvSpPr>
        <p:spPr>
          <a:xfrm>
            <a:off x="2514600" y="857250"/>
            <a:ext cx="4114800" cy="23145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[0:22] Let me start with why. The number of adults living with diabetes grew from 151 million in 2000 to 589 million in 2024. Each of them needs regular retinal screening, so the number of fundus images to grade keeps growing.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[0:20] The screening pathway breaks down before an image is graded. About 60 percent of patients skip the annual exam, grading takes specialist time, and early disease has no symptoms. We need rapid, consistent triage right after the image is captured.</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Early disease, grades 1 and 2, is where AI could help most. It is silent, so patients do not seek care. Much well-known work, such as Gulshan and colleagues, targets referable DR, and I found no study reporting early-DR sensitivity at a pre-set specificity. My tool is a triage aid, not a replacement.</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Here is the gap. Public medical-image datasets are often pooled; here DDR, EyePACS and APTOS. A recent review notes that multi-dataset training can mask poor external generalization. In other fields, models have learned hospital or scanner site instead of disease, in chest X-rays, and dataset identity in general. I found no study testing this for early DR, or which image properties carry it. An over-flagging tool overloads graders; an under-flagging one misses early disease.</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[0:35] My main question is general: when medical-image datasets are merged, does a model learn the condition or the source? Early DR is my case study. RQ1: does a second source really help on unseen sources? A negative-control merge tests it. RQ2: does a threshold frozen on validation survive a change of source? RQ3: which image properties differ between sources, such as size, quality, brightness and colour, and how do they affect what a merged model learns? The contribution is a protocol, not a new network.</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[0:25] This builds on a few pieces. Gulshan and colleagues for referable DR, my three datasets, and temperature scaling for calibration. Torralba and Efros, Geirhos, Zech and DeGrave show that models learn dataset or site cues. A DR review and a cross-camera study describe dataset and camera effects. I still need a systematic literature search.</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[0:25] How is this different? My target is early DR at a fixed specificity. I test the merge itself, compare imbalance methods one at a time, test on held-out patients and an external set, and ask which image properties carry the source. DR is the case study; the protocol should apply to any merged medical-image task. It is not a new network.</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The method uses three arms. A is DDR only, B is DDR plus all EyePACS grades, source-balanced, and C is DDR plus only EyePACS grades 1, 3 and 4, an old merge kept as a negative control. I add honest splits, a property analysis of size, brightness, colour and sharpness, and a frozen operating point at specificity 0.90 set on validation.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[0:20] The model is simple: a fundus image is cropped and resized, passed through an EfficientNet-B0, then calibrated with temperature scaling and a prior-shift correction. The output is a probability of early disease and a flag, all set on validation data only.</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[0:15] For data I use DDR, EyePACS split by patient, and APTOS as an external test only. The splits are frozen files, and test sets are opened only through a declared analysis.</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[0:20] Next steps: train the three arms with several seeds, compare the imbalance methods, analyse image properties, test on unseen sources with confidence intervals, report sensitivity at a fixed specificity, and finish the literature search and thesis.</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[0:03] These are my references.</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10.png"/><Relationship Id="rId4"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136195" y="2318983"/>
            <a:ext cx="5654749" cy="55238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chemeClr val="dk1"/>
              </a:buClr>
              <a:buSzPts val="2400"/>
              <a:buFont typeface="Arial"/>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1136195" y="2894946"/>
            <a:ext cx="565474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sp>
        <p:nvSpPr>
          <p:cNvPr id="18" name="Google Shape;18;p2"/>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19" name="Google Shape;19;p2" descr="A close up of a logo  Description automatically generated"/>
          <p:cNvPicPr preferRelativeResize="0"/>
          <p:nvPr/>
        </p:nvPicPr>
        <p:blipFill rotWithShape="1">
          <a:blip r:embed="rId2">
            <a:alphaModFix/>
          </a:blip>
          <a:srcRect/>
          <a:stretch/>
        </p:blipFill>
        <p:spPr>
          <a:xfrm>
            <a:off x="0" y="0"/>
            <a:ext cx="9144000" cy="1262063"/>
          </a:xfrm>
          <a:prstGeom prst="rect">
            <a:avLst/>
          </a:prstGeom>
          <a:noFill/>
          <a:ln>
            <a:noFill/>
          </a:ln>
        </p:spPr>
      </p:pic>
      <p:pic>
        <p:nvPicPr>
          <p:cNvPr id="20" name="Google Shape;20;p2"/>
          <p:cNvPicPr preferRelativeResize="0"/>
          <p:nvPr/>
        </p:nvPicPr>
        <p:blipFill rotWithShape="1">
          <a:blip r:embed="rId3">
            <a:alphaModFix/>
          </a:blip>
          <a:srcRect b="6847"/>
          <a:stretch/>
        </p:blipFill>
        <p:spPr>
          <a:xfrm>
            <a:off x="299504" y="184149"/>
            <a:ext cx="1819687" cy="1937259"/>
          </a:xfrm>
          <a:prstGeom prst="rect">
            <a:avLst/>
          </a:prstGeom>
          <a:noFill/>
          <a:ln>
            <a:noFill/>
          </a:ln>
        </p:spPr>
      </p:pic>
      <p:pic>
        <p:nvPicPr>
          <p:cNvPr id="21" name="Google Shape;21;p2" descr="A close up of a logo  Description automatically generated"/>
          <p:cNvPicPr preferRelativeResize="0"/>
          <p:nvPr/>
        </p:nvPicPr>
        <p:blipFill rotWithShape="1">
          <a:blip r:embed="rId4">
            <a:alphaModFix/>
          </a:blip>
          <a:srcRect/>
          <a:stretch/>
        </p:blipFill>
        <p:spPr>
          <a:xfrm>
            <a:off x="2096677" y="934104"/>
            <a:ext cx="6928451" cy="538523"/>
          </a:xfrm>
          <a:prstGeom prst="rect">
            <a:avLst/>
          </a:prstGeom>
          <a:noFill/>
          <a:ln>
            <a:noFill/>
          </a:ln>
        </p:spPr>
      </p:pic>
      <p:pic>
        <p:nvPicPr>
          <p:cNvPr id="22" name="Google Shape;22;p2"/>
          <p:cNvPicPr preferRelativeResize="0"/>
          <p:nvPr/>
        </p:nvPicPr>
        <p:blipFill rotWithShape="1">
          <a:blip r:embed="rId5">
            <a:alphaModFix amt="12000"/>
          </a:blip>
          <a:srcRect l="4751" t="1941" r="-4750" b="51083"/>
          <a:stretch/>
        </p:blipFill>
        <p:spPr>
          <a:xfrm>
            <a:off x="6864096" y="1829521"/>
            <a:ext cx="1924301" cy="331397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Title and Content" type="obj">
  <p:cSld name="OBJECT">
    <p:spTree>
      <p:nvGrpSpPr>
        <p:cNvPr id="1" name="Shape 23"/>
        <p:cNvGrpSpPr/>
        <p:nvPr/>
      </p:nvGrpSpPr>
      <p:grpSpPr>
        <a:xfrm>
          <a:off x="0" y="0"/>
          <a:ext cx="0" cy="0"/>
          <a:chOff x="0" y="0"/>
          <a:chExt cx="0" cy="0"/>
        </a:xfrm>
      </p:grpSpPr>
      <p:sp>
        <p:nvSpPr>
          <p:cNvPr id="24" name="Google Shape;24;p3"/>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3"/>
          <p:cNvSpPr txBox="1">
            <a:spLocks noGrp="1"/>
          </p:cNvSpPr>
          <p:nvPr>
            <p:ph type="body" idx="1"/>
          </p:nvPr>
        </p:nvSpPr>
        <p:spPr>
          <a:xfrm>
            <a:off x="536408" y="1177748"/>
            <a:ext cx="8140628" cy="3394472"/>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360"/>
              </a:spcBef>
              <a:spcAft>
                <a:spcPts val="0"/>
              </a:spcAft>
              <a:buClr>
                <a:schemeClr val="dk1"/>
              </a:buClr>
              <a:buSzPts val="1800"/>
              <a:buNone/>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o"/>
              <a:defRPr/>
            </a:lvl3pPr>
            <a:lvl4pPr marL="1828800" lvl="3" indent="-342900" algn="l">
              <a:lnSpc>
                <a:spcPct val="100000"/>
              </a:lnSpc>
              <a:spcBef>
                <a:spcPts val="360"/>
              </a:spcBef>
              <a:spcAft>
                <a:spcPts val="0"/>
              </a:spcAft>
              <a:buClr>
                <a:srgbClr val="7F7F7F"/>
              </a:buClr>
              <a:buSzPts val="1800"/>
              <a:buChar char="–"/>
              <a:defRPr/>
            </a:lvl4pPr>
            <a:lvl5pPr marL="2286000" lvl="4" indent="-342900" algn="l">
              <a:lnSpc>
                <a:spcPct val="100000"/>
              </a:lnSpc>
              <a:spcBef>
                <a:spcPts val="360"/>
              </a:spcBef>
              <a:spcAft>
                <a:spcPts val="0"/>
              </a:spcAft>
              <a:buClr>
                <a:srgbClr val="7F7F7F"/>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pic>
        <p:nvPicPr>
          <p:cNvPr id="26" name="Google Shape;26;p3"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grpSp>
        <p:nvGrpSpPr>
          <p:cNvPr id="27" name="Google Shape;27;p3"/>
          <p:cNvGrpSpPr/>
          <p:nvPr/>
        </p:nvGrpSpPr>
        <p:grpSpPr>
          <a:xfrm>
            <a:off x="182346" y="104249"/>
            <a:ext cx="570006" cy="4473696"/>
            <a:chOff x="182346" y="104249"/>
            <a:chExt cx="570006" cy="4473696"/>
          </a:xfrm>
        </p:grpSpPr>
        <p:pic>
          <p:nvPicPr>
            <p:cNvPr id="28" name="Google Shape;28;p3"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29" name="Google Shape;29;p3"/>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Section Header" type="secHead">
  <p:cSld name="SECTION_HEADER">
    <p:spTree>
      <p:nvGrpSpPr>
        <p:cNvPr id="1" name="Shape 30"/>
        <p:cNvGrpSpPr/>
        <p:nvPr/>
      </p:nvGrpSpPr>
      <p:grpSpPr>
        <a:xfrm>
          <a:off x="0" y="0"/>
          <a:ext cx="0" cy="0"/>
          <a:chOff x="0" y="0"/>
          <a:chExt cx="0" cy="0"/>
        </a:xfrm>
      </p:grpSpPr>
      <p:pic>
        <p:nvPicPr>
          <p:cNvPr id="31" name="Google Shape;31;p4" descr="A large white building  Description automatically generated"/>
          <p:cNvPicPr preferRelativeResize="0"/>
          <p:nvPr/>
        </p:nvPicPr>
        <p:blipFill rotWithShape="1">
          <a:blip r:embed="rId2">
            <a:alphaModFix/>
          </a:blip>
          <a:srcRect l="2193" t="294" r="2531" b="-293"/>
          <a:stretch/>
        </p:blipFill>
        <p:spPr>
          <a:xfrm>
            <a:off x="1793311" y="0"/>
            <a:ext cx="7350689" cy="5143500"/>
          </a:xfrm>
          <a:prstGeom prst="rect">
            <a:avLst/>
          </a:prstGeom>
          <a:noFill/>
          <a:ln>
            <a:noFill/>
          </a:ln>
        </p:spPr>
      </p:pic>
      <p:grpSp>
        <p:nvGrpSpPr>
          <p:cNvPr id="32" name="Google Shape;32;p4"/>
          <p:cNvGrpSpPr/>
          <p:nvPr/>
        </p:nvGrpSpPr>
        <p:grpSpPr>
          <a:xfrm>
            <a:off x="439200" y="0"/>
            <a:ext cx="6377354" cy="5154356"/>
            <a:chOff x="0" y="-1"/>
            <a:chExt cx="6377354" cy="5150732"/>
          </a:xfrm>
        </p:grpSpPr>
        <p:sp>
          <p:nvSpPr>
            <p:cNvPr id="33" name="Google Shape;33;p4"/>
            <p:cNvSpPr/>
            <p:nvPr/>
          </p:nvSpPr>
          <p:spPr>
            <a:xfrm>
              <a:off x="0" y="0"/>
              <a:ext cx="3059877" cy="51435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4" name="Google Shape;34;p4"/>
            <p:cNvSpPr/>
            <p:nvPr/>
          </p:nvSpPr>
          <p:spPr>
            <a:xfrm rot="5400000">
              <a:off x="2143249" y="916627"/>
              <a:ext cx="5150732" cy="3317477"/>
            </a:xfrm>
            <a:prstGeom prst="triangle">
              <a:avLst>
                <a:gd name="adj" fmla="val 0"/>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grpSp>
        <p:nvGrpSpPr>
          <p:cNvPr id="35" name="Google Shape;35;p4"/>
          <p:cNvGrpSpPr/>
          <p:nvPr/>
        </p:nvGrpSpPr>
        <p:grpSpPr>
          <a:xfrm>
            <a:off x="-80647" y="-2"/>
            <a:ext cx="6377354" cy="5156081"/>
            <a:chOff x="0" y="-1"/>
            <a:chExt cx="6377354" cy="5150732"/>
          </a:xfrm>
        </p:grpSpPr>
        <p:sp>
          <p:nvSpPr>
            <p:cNvPr id="36" name="Google Shape;36;p4"/>
            <p:cNvSpPr/>
            <p:nvPr/>
          </p:nvSpPr>
          <p:spPr>
            <a:xfrm>
              <a:off x="0" y="0"/>
              <a:ext cx="3059877" cy="51435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7" name="Google Shape;37;p4"/>
            <p:cNvSpPr/>
            <p:nvPr/>
          </p:nvSpPr>
          <p:spPr>
            <a:xfrm rot="5400000">
              <a:off x="2143249" y="916627"/>
              <a:ext cx="5150732" cy="3317477"/>
            </a:xfrm>
            <a:prstGeom prst="triangle">
              <a:avLst>
                <a:gd name="adj" fmla="val 0"/>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38" name="Google Shape;38;p4"/>
          <p:cNvSpPr/>
          <p:nvPr/>
        </p:nvSpPr>
        <p:spPr>
          <a:xfrm rot="1956373">
            <a:off x="4575729" y="1038850"/>
            <a:ext cx="133535" cy="4514253"/>
          </a:xfrm>
          <a:custGeom>
            <a:avLst/>
            <a:gdLst/>
            <a:ahLst/>
            <a:cxnLst/>
            <a:rect l="l" t="t" r="r" b="b"/>
            <a:pathLst>
              <a:path w="74404" h="4514253" extrusionOk="0">
                <a:moveTo>
                  <a:pt x="4066" y="131585"/>
                </a:moveTo>
                <a:lnTo>
                  <a:pt x="69305" y="0"/>
                </a:lnTo>
                <a:cubicBezTo>
                  <a:pt x="71005" y="1472062"/>
                  <a:pt x="72704" y="2944124"/>
                  <a:pt x="74404" y="4416186"/>
                </a:cubicBezTo>
                <a:lnTo>
                  <a:pt x="0" y="4514253"/>
                </a:lnTo>
                <a:cubicBezTo>
                  <a:pt x="3151" y="3086053"/>
                  <a:pt x="915" y="1559785"/>
                  <a:pt x="4066" y="13158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9" name="Google Shape;39;p4"/>
          <p:cNvSpPr txBox="1">
            <a:spLocks noGrp="1"/>
          </p:cNvSpPr>
          <p:nvPr>
            <p:ph type="title"/>
          </p:nvPr>
        </p:nvSpPr>
        <p:spPr>
          <a:xfrm>
            <a:off x="601358" y="470882"/>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4"/>
          <p:cNvSpPr txBox="1">
            <a:spLocks noGrp="1"/>
          </p:cNvSpPr>
          <p:nvPr>
            <p:ph type="body" idx="1"/>
          </p:nvPr>
        </p:nvSpPr>
        <p:spPr>
          <a:xfrm>
            <a:off x="601358" y="1492438"/>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41" name="Google Shape;41;p4"/>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_Title Slide">
  <p:cSld name="2_Title Slide">
    <p:spTree>
      <p:nvGrpSpPr>
        <p:cNvPr id="1" name="Shape 42"/>
        <p:cNvGrpSpPr/>
        <p:nvPr/>
      </p:nvGrpSpPr>
      <p:grpSpPr>
        <a:xfrm>
          <a:off x="0" y="0"/>
          <a:ext cx="0" cy="0"/>
          <a:chOff x="0" y="0"/>
          <a:chExt cx="0" cy="0"/>
        </a:xfrm>
      </p:grpSpPr>
      <p:sp>
        <p:nvSpPr>
          <p:cNvPr id="43" name="Google Shape;43;p5"/>
          <p:cNvSpPr/>
          <p:nvPr/>
        </p:nvSpPr>
        <p:spPr>
          <a:xfrm>
            <a:off x="4683760" y="9004"/>
            <a:ext cx="4460240" cy="5134496"/>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44" name="Google Shape;44;p5" descr="A large white building  Description automatically generated"/>
          <p:cNvPicPr preferRelativeResize="0"/>
          <p:nvPr/>
        </p:nvPicPr>
        <p:blipFill rotWithShape="1">
          <a:blip r:embed="rId2">
            <a:alphaModFix/>
          </a:blip>
          <a:srcRect/>
          <a:stretch/>
        </p:blipFill>
        <p:spPr>
          <a:xfrm>
            <a:off x="4976603" y="556528"/>
            <a:ext cx="4167397" cy="4586971"/>
          </a:xfrm>
          <a:prstGeom prst="rect">
            <a:avLst/>
          </a:prstGeom>
          <a:noFill/>
          <a:ln>
            <a:noFill/>
          </a:ln>
          <a:effectLst>
            <a:outerShdw algn="ctr" rotWithShape="0">
              <a:srgbClr val="000000">
                <a:alpha val="42352"/>
              </a:srgbClr>
            </a:outerShdw>
          </a:effectLst>
        </p:spPr>
      </p:pic>
      <p:sp>
        <p:nvSpPr>
          <p:cNvPr id="45" name="Google Shape;45;p5"/>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46" name="Google Shape;46;p5"/>
          <p:cNvSpPr txBox="1">
            <a:spLocks noGrp="1"/>
          </p:cNvSpPr>
          <p:nvPr>
            <p:ph type="subTitle" idx="1"/>
          </p:nvPr>
        </p:nvSpPr>
        <p:spPr>
          <a:xfrm>
            <a:off x="318901" y="1224321"/>
            <a:ext cx="400925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pic>
        <p:nvPicPr>
          <p:cNvPr id="47" name="Google Shape;47;p5"/>
          <p:cNvPicPr preferRelativeResize="0"/>
          <p:nvPr/>
        </p:nvPicPr>
        <p:blipFill rotWithShape="1">
          <a:blip r:embed="rId3">
            <a:alphaModFix/>
          </a:blip>
          <a:srcRect b="6847"/>
          <a:stretch/>
        </p:blipFill>
        <p:spPr>
          <a:xfrm>
            <a:off x="7713518" y="2762"/>
            <a:ext cx="1407332" cy="1498261"/>
          </a:xfrm>
          <a:prstGeom prst="rect">
            <a:avLst/>
          </a:prstGeom>
          <a:noFill/>
          <a:ln>
            <a:noFill/>
          </a:ln>
        </p:spPr>
      </p:pic>
      <p:pic>
        <p:nvPicPr>
          <p:cNvPr id="48" name="Google Shape;48;p5" descr="A close up of a logo  Description automatically generated"/>
          <p:cNvPicPr preferRelativeResize="0"/>
          <p:nvPr/>
        </p:nvPicPr>
        <p:blipFill rotWithShape="1">
          <a:blip r:embed="rId4">
            <a:alphaModFix/>
          </a:blip>
          <a:srcRect b="19853"/>
          <a:stretch/>
        </p:blipFill>
        <p:spPr>
          <a:xfrm>
            <a:off x="4840586" y="2791962"/>
            <a:ext cx="818534" cy="2200843"/>
          </a:xfrm>
          <a:prstGeom prst="rect">
            <a:avLst/>
          </a:prstGeom>
          <a:noFill/>
          <a:ln>
            <a:noFill/>
          </a:ln>
        </p:spPr>
      </p:pic>
      <p:pic>
        <p:nvPicPr>
          <p:cNvPr id="49" name="Google Shape;49;p5" descr="A picture containing baseball  Description automatically generated"/>
          <p:cNvPicPr preferRelativeResize="0"/>
          <p:nvPr/>
        </p:nvPicPr>
        <p:blipFill rotWithShape="1">
          <a:blip r:embed="rId5">
            <a:alphaModFix/>
          </a:blip>
          <a:srcRect/>
          <a:stretch/>
        </p:blipFill>
        <p:spPr>
          <a:xfrm>
            <a:off x="6606209" y="1407073"/>
            <a:ext cx="1332108" cy="877805"/>
          </a:xfrm>
          <a:prstGeom prst="rect">
            <a:avLst/>
          </a:prstGeom>
          <a:noFill/>
          <a:ln>
            <a:noFill/>
          </a:ln>
        </p:spPr>
      </p:pic>
      <p:sp>
        <p:nvSpPr>
          <p:cNvPr id="50" name="Google Shape;50;p5"/>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5_Title Slide">
  <p:cSld name="5_Title Slide">
    <p:spTree>
      <p:nvGrpSpPr>
        <p:cNvPr id="1" name="Shape 51"/>
        <p:cNvGrpSpPr/>
        <p:nvPr/>
      </p:nvGrpSpPr>
      <p:grpSpPr>
        <a:xfrm>
          <a:off x="0" y="0"/>
          <a:ext cx="0" cy="0"/>
          <a:chOff x="0" y="0"/>
          <a:chExt cx="0" cy="0"/>
        </a:xfrm>
      </p:grpSpPr>
      <p:sp>
        <p:nvSpPr>
          <p:cNvPr id="52" name="Google Shape;52;p6"/>
          <p:cNvSpPr/>
          <p:nvPr/>
        </p:nvSpPr>
        <p:spPr>
          <a:xfrm>
            <a:off x="5332353" y="9004"/>
            <a:ext cx="3788497" cy="5134496"/>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53" name="Google Shape;53;p6" descr="A large white building  Description automatically generated"/>
          <p:cNvPicPr preferRelativeResize="0"/>
          <p:nvPr/>
        </p:nvPicPr>
        <p:blipFill rotWithShape="1">
          <a:blip r:embed="rId2">
            <a:alphaModFix/>
          </a:blip>
          <a:srcRect r="16118"/>
          <a:stretch/>
        </p:blipFill>
        <p:spPr>
          <a:xfrm>
            <a:off x="5625197" y="556528"/>
            <a:ext cx="3495654" cy="4586971"/>
          </a:xfrm>
          <a:prstGeom prst="rect">
            <a:avLst/>
          </a:prstGeom>
          <a:noFill/>
          <a:ln>
            <a:noFill/>
          </a:ln>
          <a:effectLst>
            <a:outerShdw algn="ctr" rotWithShape="0">
              <a:srgbClr val="000000">
                <a:alpha val="42352"/>
              </a:srgbClr>
            </a:outerShdw>
          </a:effectLst>
        </p:spPr>
      </p:pic>
      <p:sp>
        <p:nvSpPr>
          <p:cNvPr id="54" name="Google Shape;54;p6"/>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55" name="Google Shape;55;p6"/>
          <p:cNvSpPr txBox="1">
            <a:spLocks noGrp="1"/>
          </p:cNvSpPr>
          <p:nvPr>
            <p:ph type="subTitle" idx="1"/>
          </p:nvPr>
        </p:nvSpPr>
        <p:spPr>
          <a:xfrm>
            <a:off x="318901" y="1224321"/>
            <a:ext cx="400925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pic>
        <p:nvPicPr>
          <p:cNvPr id="56" name="Google Shape;56;p6"/>
          <p:cNvPicPr preferRelativeResize="0"/>
          <p:nvPr/>
        </p:nvPicPr>
        <p:blipFill rotWithShape="1">
          <a:blip r:embed="rId3">
            <a:alphaModFix/>
          </a:blip>
          <a:srcRect b="6847"/>
          <a:stretch/>
        </p:blipFill>
        <p:spPr>
          <a:xfrm>
            <a:off x="7713518" y="2762"/>
            <a:ext cx="1407332" cy="1498261"/>
          </a:xfrm>
          <a:prstGeom prst="rect">
            <a:avLst/>
          </a:prstGeom>
          <a:noFill/>
          <a:ln>
            <a:noFill/>
          </a:ln>
        </p:spPr>
      </p:pic>
      <p:pic>
        <p:nvPicPr>
          <p:cNvPr id="57" name="Google Shape;57;p6" descr="A close up of a logo  Description automatically generated"/>
          <p:cNvPicPr preferRelativeResize="0"/>
          <p:nvPr/>
        </p:nvPicPr>
        <p:blipFill rotWithShape="1">
          <a:blip r:embed="rId4">
            <a:alphaModFix/>
          </a:blip>
          <a:srcRect b="19853"/>
          <a:stretch/>
        </p:blipFill>
        <p:spPr>
          <a:xfrm>
            <a:off x="5489179" y="2791962"/>
            <a:ext cx="818534" cy="2200843"/>
          </a:xfrm>
          <a:prstGeom prst="rect">
            <a:avLst/>
          </a:prstGeom>
          <a:noFill/>
          <a:ln>
            <a:noFill/>
          </a:ln>
        </p:spPr>
      </p:pic>
      <p:pic>
        <p:nvPicPr>
          <p:cNvPr id="58" name="Google Shape;58;p6" descr="A picture containing baseball  Description automatically generated"/>
          <p:cNvPicPr preferRelativeResize="0"/>
          <p:nvPr/>
        </p:nvPicPr>
        <p:blipFill rotWithShape="1">
          <a:blip r:embed="rId5">
            <a:alphaModFix/>
          </a:blip>
          <a:srcRect/>
          <a:stretch/>
        </p:blipFill>
        <p:spPr>
          <a:xfrm>
            <a:off x="7254802" y="1407073"/>
            <a:ext cx="1332108" cy="877805"/>
          </a:xfrm>
          <a:prstGeom prst="rect">
            <a:avLst/>
          </a:prstGeom>
          <a:noFill/>
          <a:ln>
            <a:noFill/>
          </a:ln>
        </p:spPr>
      </p:pic>
      <p:sp>
        <p:nvSpPr>
          <p:cNvPr id="59" name="Google Shape;59;p6"/>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3_Title Slide">
  <p:cSld name="3_Title Slide">
    <p:spTree>
      <p:nvGrpSpPr>
        <p:cNvPr id="1" name="Shape 60"/>
        <p:cNvGrpSpPr/>
        <p:nvPr/>
      </p:nvGrpSpPr>
      <p:grpSpPr>
        <a:xfrm>
          <a:off x="0" y="0"/>
          <a:ext cx="0" cy="0"/>
          <a:chOff x="0" y="0"/>
          <a:chExt cx="0" cy="0"/>
        </a:xfrm>
      </p:grpSpPr>
      <p:sp>
        <p:nvSpPr>
          <p:cNvPr id="61" name="Google Shape;61;p7"/>
          <p:cNvSpPr/>
          <p:nvPr/>
        </p:nvSpPr>
        <p:spPr>
          <a:xfrm>
            <a:off x="4683760" y="9004"/>
            <a:ext cx="4460240" cy="5134496"/>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62" name="Google Shape;62;p7"/>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63" name="Google Shape;63;p7"/>
          <p:cNvSpPr txBox="1">
            <a:spLocks noGrp="1"/>
          </p:cNvSpPr>
          <p:nvPr>
            <p:ph type="subTitle" idx="1"/>
          </p:nvPr>
        </p:nvSpPr>
        <p:spPr>
          <a:xfrm>
            <a:off x="318901" y="1224321"/>
            <a:ext cx="400925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sp>
        <p:nvSpPr>
          <p:cNvPr id="64" name="Google Shape;64;p7"/>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65" name="Google Shape;65;p7" descr="A tree lined street  Description automatically generated"/>
          <p:cNvPicPr preferRelativeResize="0"/>
          <p:nvPr/>
        </p:nvPicPr>
        <p:blipFill rotWithShape="1">
          <a:blip r:embed="rId2">
            <a:alphaModFix/>
          </a:blip>
          <a:srcRect/>
          <a:stretch/>
        </p:blipFill>
        <p:spPr>
          <a:xfrm>
            <a:off x="4683760" y="702216"/>
            <a:ext cx="3865880" cy="4450287"/>
          </a:xfrm>
          <a:prstGeom prst="rect">
            <a:avLst/>
          </a:prstGeom>
          <a:noFill/>
          <a:ln>
            <a:noFill/>
          </a:ln>
        </p:spPr>
      </p:pic>
      <p:sp>
        <p:nvSpPr>
          <p:cNvPr id="66" name="Google Shape;66;p7"/>
          <p:cNvSpPr/>
          <p:nvPr/>
        </p:nvSpPr>
        <p:spPr>
          <a:xfrm flipH="1">
            <a:off x="4683073" y="720320"/>
            <a:ext cx="199495" cy="4414176"/>
          </a:xfrm>
          <a:custGeom>
            <a:avLst/>
            <a:gdLst/>
            <a:ahLst/>
            <a:cxnLst/>
            <a:rect l="l" t="t" r="r" b="b"/>
            <a:pathLst>
              <a:path w="79792" h="4414176" extrusionOk="0">
                <a:moveTo>
                  <a:pt x="9454" y="129575"/>
                </a:moveTo>
                <a:lnTo>
                  <a:pt x="79792" y="0"/>
                </a:lnTo>
                <a:lnTo>
                  <a:pt x="79792" y="4414176"/>
                </a:lnTo>
                <a:lnTo>
                  <a:pt x="0" y="4414176"/>
                </a:lnTo>
                <a:cubicBezTo>
                  <a:pt x="3151" y="2985976"/>
                  <a:pt x="6303" y="1557775"/>
                  <a:pt x="9454" y="12957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67" name="Google Shape;67;p7"/>
          <p:cNvPicPr preferRelativeResize="0"/>
          <p:nvPr/>
        </p:nvPicPr>
        <p:blipFill rotWithShape="1">
          <a:blip r:embed="rId3">
            <a:alphaModFix/>
          </a:blip>
          <a:srcRect b="6847"/>
          <a:stretch/>
        </p:blipFill>
        <p:spPr>
          <a:xfrm>
            <a:off x="7736668" y="9004"/>
            <a:ext cx="1407332" cy="1498261"/>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5_Section Header">
  <p:cSld name="5_Section Header">
    <p:spTree>
      <p:nvGrpSpPr>
        <p:cNvPr id="1" name="Shape 68"/>
        <p:cNvGrpSpPr/>
        <p:nvPr/>
      </p:nvGrpSpPr>
      <p:grpSpPr>
        <a:xfrm>
          <a:off x="0" y="0"/>
          <a:ext cx="0" cy="0"/>
          <a:chOff x="0" y="0"/>
          <a:chExt cx="0" cy="0"/>
        </a:xfrm>
      </p:grpSpPr>
      <p:pic>
        <p:nvPicPr>
          <p:cNvPr id="69" name="Google Shape;69;p8" descr="A tree lined street  Description automatically generated"/>
          <p:cNvPicPr preferRelativeResize="0"/>
          <p:nvPr/>
        </p:nvPicPr>
        <p:blipFill rotWithShape="1">
          <a:blip r:embed="rId2">
            <a:alphaModFix/>
          </a:blip>
          <a:srcRect/>
          <a:stretch/>
        </p:blipFill>
        <p:spPr>
          <a:xfrm>
            <a:off x="34836" y="0"/>
            <a:ext cx="4536037" cy="5143500"/>
          </a:xfrm>
          <a:prstGeom prst="rect">
            <a:avLst/>
          </a:prstGeom>
          <a:noFill/>
          <a:ln>
            <a:noFill/>
          </a:ln>
        </p:spPr>
      </p:pic>
      <p:sp>
        <p:nvSpPr>
          <p:cNvPr id="70" name="Google Shape;70;p8"/>
          <p:cNvSpPr txBox="1">
            <a:spLocks noGrp="1"/>
          </p:cNvSpPr>
          <p:nvPr>
            <p:ph type="title"/>
          </p:nvPr>
        </p:nvSpPr>
        <p:spPr>
          <a:xfrm>
            <a:off x="4791393" y="644503"/>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8"/>
          <p:cNvSpPr txBox="1">
            <a:spLocks noGrp="1"/>
          </p:cNvSpPr>
          <p:nvPr>
            <p:ph type="body" idx="1"/>
          </p:nvPr>
        </p:nvSpPr>
        <p:spPr>
          <a:xfrm>
            <a:off x="4791393" y="1666059"/>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72" name="Google Shape;72;p8"/>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73" name="Google Shape;73;p8"/>
          <p:cNvSpPr/>
          <p:nvPr/>
        </p:nvSpPr>
        <p:spPr>
          <a:xfrm>
            <a:off x="4427668" y="729324"/>
            <a:ext cx="143205" cy="4414176"/>
          </a:xfrm>
          <a:custGeom>
            <a:avLst/>
            <a:gdLst/>
            <a:ahLst/>
            <a:cxnLst/>
            <a:rect l="l" t="t" r="r" b="b"/>
            <a:pathLst>
              <a:path w="79792" h="4414176" extrusionOk="0">
                <a:moveTo>
                  <a:pt x="9454" y="129575"/>
                </a:moveTo>
                <a:lnTo>
                  <a:pt x="79792" y="0"/>
                </a:lnTo>
                <a:lnTo>
                  <a:pt x="79792" y="4414176"/>
                </a:lnTo>
                <a:lnTo>
                  <a:pt x="0" y="4414176"/>
                </a:lnTo>
                <a:cubicBezTo>
                  <a:pt x="3151" y="2985976"/>
                  <a:pt x="6303" y="1557775"/>
                  <a:pt x="9454" y="12957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4_Title Slide">
  <p:cSld name="4_Title Slide">
    <p:spTree>
      <p:nvGrpSpPr>
        <p:cNvPr id="1" name="Shape 74"/>
        <p:cNvGrpSpPr/>
        <p:nvPr/>
      </p:nvGrpSpPr>
      <p:grpSpPr>
        <a:xfrm>
          <a:off x="0" y="0"/>
          <a:ext cx="0" cy="0"/>
          <a:chOff x="0" y="0"/>
          <a:chExt cx="0" cy="0"/>
        </a:xfrm>
      </p:grpSpPr>
      <p:sp>
        <p:nvSpPr>
          <p:cNvPr id="75" name="Google Shape;75;p9"/>
          <p:cNvSpPr/>
          <p:nvPr/>
        </p:nvSpPr>
        <p:spPr>
          <a:xfrm>
            <a:off x="4683760" y="9004"/>
            <a:ext cx="4460240" cy="5134496"/>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76" name="Google Shape;76;p9" descr="A group of palm trees on the side of a building  Description automatically generated"/>
          <p:cNvPicPr preferRelativeResize="0"/>
          <p:nvPr/>
        </p:nvPicPr>
        <p:blipFill rotWithShape="1">
          <a:blip r:embed="rId2">
            <a:alphaModFix/>
          </a:blip>
          <a:srcRect t="-186"/>
          <a:stretch/>
        </p:blipFill>
        <p:spPr>
          <a:xfrm>
            <a:off x="4677507" y="914401"/>
            <a:ext cx="4466494" cy="4229100"/>
          </a:xfrm>
          <a:prstGeom prst="rect">
            <a:avLst/>
          </a:prstGeom>
          <a:noFill/>
          <a:ln>
            <a:noFill/>
          </a:ln>
        </p:spPr>
      </p:pic>
      <p:sp>
        <p:nvSpPr>
          <p:cNvPr id="77" name="Google Shape;77;p9"/>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78" name="Google Shape;78;p9"/>
          <p:cNvSpPr txBox="1">
            <a:spLocks noGrp="1"/>
          </p:cNvSpPr>
          <p:nvPr>
            <p:ph type="subTitle" idx="1"/>
          </p:nvPr>
        </p:nvSpPr>
        <p:spPr>
          <a:xfrm>
            <a:off x="318901" y="1224321"/>
            <a:ext cx="4009259" cy="1314450"/>
          </a:xfrm>
          <a:prstGeom prst="rect">
            <a:avLst/>
          </a:prstGeom>
          <a:noFill/>
          <a:ln>
            <a:noFill/>
          </a:ln>
        </p:spPr>
        <p:txBody>
          <a:bodyPr spcFirstLastPara="1" wrap="square" lIns="91425" tIns="45700" rIns="91425" bIns="45700" anchor="t" anchorCtr="0">
            <a:noAutofit/>
          </a:bodyPr>
          <a:lstStyle>
            <a:lvl1pPr lvl="0" algn="l">
              <a:lnSpc>
                <a:spcPct val="100000"/>
              </a:lnSpc>
              <a:spcBef>
                <a:spcPts val="340"/>
              </a:spcBef>
              <a:spcAft>
                <a:spcPts val="0"/>
              </a:spcAft>
              <a:buClr>
                <a:srgbClr val="4A4F55"/>
              </a:buClr>
              <a:buSzPts val="1700"/>
              <a:buNone/>
              <a:defRPr>
                <a:solidFill>
                  <a:srgbClr val="4A4F55"/>
                </a:solidFill>
              </a:defRPr>
            </a:lvl1pPr>
            <a:lvl2pPr lvl="1" algn="ctr">
              <a:lnSpc>
                <a:spcPct val="100000"/>
              </a:lnSpc>
              <a:spcBef>
                <a:spcPts val="300"/>
              </a:spcBef>
              <a:spcAft>
                <a:spcPts val="0"/>
              </a:spcAft>
              <a:buClr>
                <a:srgbClr val="888888"/>
              </a:buClr>
              <a:buSzPts val="1500"/>
              <a:buNone/>
              <a:defRPr>
                <a:solidFill>
                  <a:srgbClr val="888888"/>
                </a:solidFill>
              </a:defRPr>
            </a:lvl2pPr>
            <a:lvl3pPr lvl="2" algn="ctr">
              <a:lnSpc>
                <a:spcPct val="100000"/>
              </a:lnSpc>
              <a:spcBef>
                <a:spcPts val="280"/>
              </a:spcBef>
              <a:spcAft>
                <a:spcPts val="0"/>
              </a:spcAft>
              <a:buClr>
                <a:srgbClr val="888888"/>
              </a:buClr>
              <a:buSzPts val="1400"/>
              <a:buNone/>
              <a:defRPr>
                <a:solidFill>
                  <a:srgbClr val="888888"/>
                </a:solidFill>
              </a:defRPr>
            </a:lvl3pPr>
            <a:lvl4pPr lvl="3" algn="ctr">
              <a:lnSpc>
                <a:spcPct val="100000"/>
              </a:lnSpc>
              <a:spcBef>
                <a:spcPts val="240"/>
              </a:spcBef>
              <a:spcAft>
                <a:spcPts val="0"/>
              </a:spcAft>
              <a:buClr>
                <a:srgbClr val="888888"/>
              </a:buClr>
              <a:buSzPts val="1200"/>
              <a:buNone/>
              <a:defRPr>
                <a:solidFill>
                  <a:srgbClr val="888888"/>
                </a:solidFill>
              </a:defRPr>
            </a:lvl4pPr>
            <a:lvl5pPr lvl="4" algn="ctr">
              <a:lnSpc>
                <a:spcPct val="100000"/>
              </a:lnSpc>
              <a:spcBef>
                <a:spcPts val="200"/>
              </a:spcBef>
              <a:spcAft>
                <a:spcPts val="0"/>
              </a:spcAft>
              <a:buClr>
                <a:srgbClr val="888888"/>
              </a:buClr>
              <a:buSzPts val="1000"/>
              <a:buNone/>
              <a:defRPr>
                <a:solidFill>
                  <a:srgbClr val="888888"/>
                </a:solidFill>
              </a:defRPr>
            </a:lvl5pPr>
            <a:lvl6pPr lvl="5" algn="ctr">
              <a:lnSpc>
                <a:spcPct val="100000"/>
              </a:lnSpc>
              <a:spcBef>
                <a:spcPts val="300"/>
              </a:spcBef>
              <a:spcAft>
                <a:spcPts val="0"/>
              </a:spcAft>
              <a:buClr>
                <a:srgbClr val="888888"/>
              </a:buClr>
              <a:buSzPts val="1500"/>
              <a:buNone/>
              <a:defRPr>
                <a:solidFill>
                  <a:srgbClr val="888888"/>
                </a:solidFill>
              </a:defRPr>
            </a:lvl6pPr>
            <a:lvl7pPr lvl="6" algn="ctr">
              <a:lnSpc>
                <a:spcPct val="100000"/>
              </a:lnSpc>
              <a:spcBef>
                <a:spcPts val="300"/>
              </a:spcBef>
              <a:spcAft>
                <a:spcPts val="0"/>
              </a:spcAft>
              <a:buClr>
                <a:srgbClr val="888888"/>
              </a:buClr>
              <a:buSzPts val="1500"/>
              <a:buNone/>
              <a:defRPr>
                <a:solidFill>
                  <a:srgbClr val="888888"/>
                </a:solidFill>
              </a:defRPr>
            </a:lvl7pPr>
            <a:lvl8pPr lvl="7" algn="ctr">
              <a:lnSpc>
                <a:spcPct val="100000"/>
              </a:lnSpc>
              <a:spcBef>
                <a:spcPts val="300"/>
              </a:spcBef>
              <a:spcAft>
                <a:spcPts val="0"/>
              </a:spcAft>
              <a:buClr>
                <a:srgbClr val="888888"/>
              </a:buClr>
              <a:buSzPts val="1500"/>
              <a:buNone/>
              <a:defRPr>
                <a:solidFill>
                  <a:srgbClr val="888888"/>
                </a:solidFill>
              </a:defRPr>
            </a:lvl8pPr>
            <a:lvl9pPr lvl="8" algn="ctr">
              <a:lnSpc>
                <a:spcPct val="100000"/>
              </a:lnSpc>
              <a:spcBef>
                <a:spcPts val="300"/>
              </a:spcBef>
              <a:spcAft>
                <a:spcPts val="0"/>
              </a:spcAft>
              <a:buClr>
                <a:srgbClr val="888888"/>
              </a:buClr>
              <a:buSzPts val="1500"/>
              <a:buNone/>
              <a:defRPr>
                <a:solidFill>
                  <a:srgbClr val="888888"/>
                </a:solidFill>
              </a:defRPr>
            </a:lvl9pPr>
          </a:lstStyle>
          <a:p>
            <a:endParaRPr/>
          </a:p>
        </p:txBody>
      </p:sp>
      <p:pic>
        <p:nvPicPr>
          <p:cNvPr id="79" name="Google Shape;79;p9" descr="A close up of a logo  Description automatically generated"/>
          <p:cNvPicPr preferRelativeResize="0"/>
          <p:nvPr/>
        </p:nvPicPr>
        <p:blipFill rotWithShape="1">
          <a:blip r:embed="rId3">
            <a:alphaModFix/>
          </a:blip>
          <a:srcRect b="19853"/>
          <a:stretch/>
        </p:blipFill>
        <p:spPr>
          <a:xfrm rot="-8851503">
            <a:off x="5255191" y="465522"/>
            <a:ext cx="930293" cy="2422736"/>
          </a:xfrm>
          <a:prstGeom prst="rect">
            <a:avLst/>
          </a:prstGeom>
          <a:noFill/>
          <a:ln>
            <a:noFill/>
          </a:ln>
        </p:spPr>
      </p:pic>
      <p:sp>
        <p:nvSpPr>
          <p:cNvPr id="80" name="Google Shape;80;p9"/>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1" name="Google Shape;81;p9"/>
          <p:cNvSpPr/>
          <p:nvPr/>
        </p:nvSpPr>
        <p:spPr>
          <a:xfrm>
            <a:off x="4677505" y="0"/>
            <a:ext cx="4466495" cy="914400"/>
          </a:xfrm>
          <a:prstGeom prst="rect">
            <a:avLst/>
          </a:prstGeom>
          <a:solidFill>
            <a:srgbClr val="272324"/>
          </a:solidFill>
          <a:ln w="9525"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pic>
        <p:nvPicPr>
          <p:cNvPr id="82" name="Google Shape;82;p9"/>
          <p:cNvPicPr preferRelativeResize="0"/>
          <p:nvPr/>
        </p:nvPicPr>
        <p:blipFill rotWithShape="1">
          <a:blip r:embed="rId4">
            <a:alphaModFix/>
          </a:blip>
          <a:srcRect b="6847"/>
          <a:stretch/>
        </p:blipFill>
        <p:spPr>
          <a:xfrm>
            <a:off x="7713518" y="2762"/>
            <a:ext cx="1407332" cy="1498261"/>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83"/>
        <p:cNvGrpSpPr/>
        <p:nvPr/>
      </p:nvGrpSpPr>
      <p:grpSpPr>
        <a:xfrm>
          <a:off x="0" y="0"/>
          <a:ext cx="0" cy="0"/>
          <a:chOff x="0" y="0"/>
          <a:chExt cx="0" cy="0"/>
        </a:xfrm>
      </p:grpSpPr>
      <p:pic>
        <p:nvPicPr>
          <p:cNvPr id="84" name="Google Shape;84;p10" descr="A close up of a logo  Description automatically generated"/>
          <p:cNvPicPr preferRelativeResize="0"/>
          <p:nvPr/>
        </p:nvPicPr>
        <p:blipFill rotWithShape="1">
          <a:blip r:embed="rId2">
            <a:alphaModFix/>
          </a:blip>
          <a:srcRect/>
          <a:stretch/>
        </p:blipFill>
        <p:spPr>
          <a:xfrm>
            <a:off x="3132058" y="2670664"/>
            <a:ext cx="804339" cy="810773"/>
          </a:xfrm>
          <a:prstGeom prst="rect">
            <a:avLst/>
          </a:prstGeom>
          <a:noFill/>
          <a:ln>
            <a:noFill/>
          </a:ln>
        </p:spPr>
      </p:pic>
      <p:sp>
        <p:nvSpPr>
          <p:cNvPr id="85" name="Google Shape;85;p10"/>
          <p:cNvSpPr txBox="1">
            <a:spLocks noGrp="1"/>
          </p:cNvSpPr>
          <p:nvPr>
            <p:ph type="ctrTitle"/>
          </p:nvPr>
        </p:nvSpPr>
        <p:spPr>
          <a:xfrm>
            <a:off x="330905" y="295171"/>
            <a:ext cx="2249504" cy="55126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Clr>
                <a:schemeClr val="dk1"/>
              </a:buClr>
              <a:buSzPts val="2400"/>
              <a:buFont typeface="Arial"/>
              <a:buNone/>
              <a:defRPr sz="2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10"/>
          <p:cNvSpPr txBox="1">
            <a:spLocks noGrp="1"/>
          </p:cNvSpPr>
          <p:nvPr>
            <p:ph type="sldNum" idx="12"/>
          </p:nvPr>
        </p:nvSpPr>
        <p:spPr>
          <a:xfrm>
            <a:off x="7010400" y="4869656"/>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87" name="Google Shape;87;p10" descr="A close up of a logo  Description automatically generated"/>
          <p:cNvPicPr preferRelativeResize="0"/>
          <p:nvPr/>
        </p:nvPicPr>
        <p:blipFill rotWithShape="1">
          <a:blip r:embed="rId2">
            <a:alphaModFix/>
          </a:blip>
          <a:srcRect/>
          <a:stretch/>
        </p:blipFill>
        <p:spPr>
          <a:xfrm>
            <a:off x="3115433" y="642359"/>
            <a:ext cx="804339" cy="810773"/>
          </a:xfrm>
          <a:prstGeom prst="rect">
            <a:avLst/>
          </a:prstGeom>
          <a:noFill/>
          <a:ln>
            <a:noFill/>
          </a:ln>
        </p:spPr>
      </p:pic>
      <p:pic>
        <p:nvPicPr>
          <p:cNvPr id="88" name="Google Shape;88;p10" descr="A close up of a logo  Description automatically generated"/>
          <p:cNvPicPr preferRelativeResize="0"/>
          <p:nvPr/>
        </p:nvPicPr>
        <p:blipFill rotWithShape="1">
          <a:blip r:embed="rId3">
            <a:alphaModFix/>
          </a:blip>
          <a:srcRect/>
          <a:stretch/>
        </p:blipFill>
        <p:spPr>
          <a:xfrm>
            <a:off x="3115433" y="1660176"/>
            <a:ext cx="804339" cy="810773"/>
          </a:xfrm>
          <a:prstGeom prst="rect">
            <a:avLst/>
          </a:prstGeom>
          <a:noFill/>
          <a:ln>
            <a:noFill/>
          </a:ln>
        </p:spPr>
      </p:pic>
      <p:sp>
        <p:nvSpPr>
          <p:cNvPr id="89" name="Google Shape;89;p10"/>
          <p:cNvSpPr txBox="1"/>
          <p:nvPr/>
        </p:nvSpPr>
        <p:spPr>
          <a:xfrm>
            <a:off x="3163311" y="665781"/>
            <a:ext cx="673331"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1" i="0" u="none" strike="noStrike" cap="none">
                <a:solidFill>
                  <a:srgbClr val="898989"/>
                </a:solidFill>
                <a:latin typeface="Arial"/>
                <a:ea typeface="Arial"/>
                <a:cs typeface="Arial"/>
                <a:sym typeface="Arial"/>
              </a:rPr>
              <a:t>1</a:t>
            </a:r>
            <a:endParaRPr sz="1400" b="0" i="0" u="none" strike="noStrike" cap="none">
              <a:solidFill>
                <a:srgbClr val="000000"/>
              </a:solidFill>
              <a:latin typeface="Arial"/>
              <a:ea typeface="Arial"/>
              <a:cs typeface="Arial"/>
              <a:sym typeface="Arial"/>
            </a:endParaRPr>
          </a:p>
        </p:txBody>
      </p:sp>
      <p:sp>
        <p:nvSpPr>
          <p:cNvPr id="90" name="Google Shape;90;p10"/>
          <p:cNvSpPr txBox="1"/>
          <p:nvPr/>
        </p:nvSpPr>
        <p:spPr>
          <a:xfrm>
            <a:off x="3186250" y="1700688"/>
            <a:ext cx="673331"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1" i="0" u="none" strike="noStrike" cap="none">
                <a:solidFill>
                  <a:srgbClr val="898989"/>
                </a:solidFill>
                <a:latin typeface="Arial"/>
                <a:ea typeface="Arial"/>
                <a:cs typeface="Arial"/>
                <a:sym typeface="Arial"/>
              </a:rPr>
              <a:t>2</a:t>
            </a:r>
            <a:endParaRPr sz="1400" b="0" i="0" u="none" strike="noStrike" cap="none">
              <a:solidFill>
                <a:srgbClr val="000000"/>
              </a:solidFill>
              <a:latin typeface="Arial"/>
              <a:ea typeface="Arial"/>
              <a:cs typeface="Arial"/>
              <a:sym typeface="Arial"/>
            </a:endParaRPr>
          </a:p>
        </p:txBody>
      </p:sp>
      <p:sp>
        <p:nvSpPr>
          <p:cNvPr id="91" name="Google Shape;91;p10"/>
          <p:cNvSpPr txBox="1"/>
          <p:nvPr/>
        </p:nvSpPr>
        <p:spPr>
          <a:xfrm>
            <a:off x="3194563" y="2706528"/>
            <a:ext cx="673331"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1" i="0" u="none" strike="noStrike" cap="none">
                <a:solidFill>
                  <a:srgbClr val="898989"/>
                </a:solidFill>
                <a:latin typeface="Arial"/>
                <a:ea typeface="Arial"/>
                <a:cs typeface="Arial"/>
                <a:sym typeface="Arial"/>
              </a:rPr>
              <a:t>3</a:t>
            </a:r>
            <a:endParaRPr sz="1400" b="0" i="0" u="none" strike="noStrike" cap="none">
              <a:solidFill>
                <a:srgbClr val="000000"/>
              </a:solidFill>
              <a:latin typeface="Arial"/>
              <a:ea typeface="Arial"/>
              <a:cs typeface="Arial"/>
              <a:sym typeface="Arial"/>
            </a:endParaRPr>
          </a:p>
        </p:txBody>
      </p:sp>
      <p:pic>
        <p:nvPicPr>
          <p:cNvPr id="92" name="Google Shape;92;p10" descr="A close up of a logo  Description automatically generated"/>
          <p:cNvPicPr preferRelativeResize="0"/>
          <p:nvPr/>
        </p:nvPicPr>
        <p:blipFill rotWithShape="1">
          <a:blip r:embed="rId3">
            <a:alphaModFix/>
          </a:blip>
          <a:srcRect/>
          <a:stretch/>
        </p:blipFill>
        <p:spPr>
          <a:xfrm>
            <a:off x="3123746" y="3663543"/>
            <a:ext cx="804339" cy="810773"/>
          </a:xfrm>
          <a:prstGeom prst="rect">
            <a:avLst/>
          </a:prstGeom>
          <a:noFill/>
          <a:ln>
            <a:noFill/>
          </a:ln>
        </p:spPr>
      </p:pic>
      <p:sp>
        <p:nvSpPr>
          <p:cNvPr id="93" name="Google Shape;93;p10"/>
          <p:cNvSpPr txBox="1"/>
          <p:nvPr/>
        </p:nvSpPr>
        <p:spPr>
          <a:xfrm>
            <a:off x="3186250" y="3704055"/>
            <a:ext cx="673331" cy="646331"/>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600"/>
              <a:buFont typeface="Arial"/>
              <a:buNone/>
            </a:pPr>
            <a:r>
              <a:rPr lang="en-US" sz="3600" b="1" i="0" u="none" strike="noStrike" cap="none">
                <a:solidFill>
                  <a:srgbClr val="898989"/>
                </a:solidFill>
                <a:latin typeface="Arial"/>
                <a:ea typeface="Arial"/>
                <a:cs typeface="Arial"/>
                <a:sym typeface="Arial"/>
              </a:rPr>
              <a:t>4</a:t>
            </a:r>
            <a:endParaRPr sz="14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1_Section Header">
  <p:cSld name="1_Section Header">
    <p:spTree>
      <p:nvGrpSpPr>
        <p:cNvPr id="1" name="Shape 94"/>
        <p:cNvGrpSpPr/>
        <p:nvPr/>
      </p:nvGrpSpPr>
      <p:grpSpPr>
        <a:xfrm>
          <a:off x="0" y="0"/>
          <a:ext cx="0" cy="0"/>
          <a:chOff x="0" y="0"/>
          <a:chExt cx="0" cy="0"/>
        </a:xfrm>
      </p:grpSpPr>
      <p:pic>
        <p:nvPicPr>
          <p:cNvPr id="95" name="Google Shape;95;p11" descr="A group of palm trees on the side of a building  Description automatically generated"/>
          <p:cNvPicPr preferRelativeResize="0"/>
          <p:nvPr/>
        </p:nvPicPr>
        <p:blipFill rotWithShape="1">
          <a:blip r:embed="rId2">
            <a:alphaModFix/>
          </a:blip>
          <a:srcRect t="-186"/>
          <a:stretch/>
        </p:blipFill>
        <p:spPr>
          <a:xfrm>
            <a:off x="-26057" y="-9562"/>
            <a:ext cx="5432223" cy="5143500"/>
          </a:xfrm>
          <a:prstGeom prst="rect">
            <a:avLst/>
          </a:prstGeom>
          <a:noFill/>
          <a:ln>
            <a:noFill/>
          </a:ln>
        </p:spPr>
      </p:pic>
      <p:grpSp>
        <p:nvGrpSpPr>
          <p:cNvPr id="96" name="Google Shape;96;p11"/>
          <p:cNvGrpSpPr/>
          <p:nvPr/>
        </p:nvGrpSpPr>
        <p:grpSpPr>
          <a:xfrm rot="10800000">
            <a:off x="2071688" y="-10886"/>
            <a:ext cx="6399490" cy="5143501"/>
            <a:chOff x="0" y="-1"/>
            <a:chExt cx="6377354" cy="5150732"/>
          </a:xfrm>
        </p:grpSpPr>
        <p:sp>
          <p:nvSpPr>
            <p:cNvPr id="97" name="Google Shape;97;p11"/>
            <p:cNvSpPr/>
            <p:nvPr/>
          </p:nvSpPr>
          <p:spPr>
            <a:xfrm>
              <a:off x="0" y="0"/>
              <a:ext cx="3059877" cy="51435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98" name="Google Shape;98;p11"/>
            <p:cNvSpPr/>
            <p:nvPr/>
          </p:nvSpPr>
          <p:spPr>
            <a:xfrm rot="5400000">
              <a:off x="2143249" y="916627"/>
              <a:ext cx="5150732" cy="3317477"/>
            </a:xfrm>
            <a:prstGeom prst="triangle">
              <a:avLst>
                <a:gd name="adj" fmla="val 0"/>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grpSp>
        <p:nvGrpSpPr>
          <p:cNvPr id="99" name="Google Shape;99;p11"/>
          <p:cNvGrpSpPr/>
          <p:nvPr/>
        </p:nvGrpSpPr>
        <p:grpSpPr>
          <a:xfrm rot="10800000">
            <a:off x="2589184" y="-16820"/>
            <a:ext cx="6548803" cy="5169255"/>
            <a:chOff x="-34290" y="-1"/>
            <a:chExt cx="6548804" cy="5150732"/>
          </a:xfrm>
        </p:grpSpPr>
        <p:sp>
          <p:nvSpPr>
            <p:cNvPr id="100" name="Google Shape;100;p11"/>
            <p:cNvSpPr/>
            <p:nvPr/>
          </p:nvSpPr>
          <p:spPr>
            <a:xfrm>
              <a:off x="-34290" y="1"/>
              <a:ext cx="3231326" cy="51435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1" name="Google Shape;101;p11"/>
            <p:cNvSpPr/>
            <p:nvPr/>
          </p:nvSpPr>
          <p:spPr>
            <a:xfrm rot="5400000">
              <a:off x="2280409" y="916627"/>
              <a:ext cx="5150732" cy="3317477"/>
            </a:xfrm>
            <a:prstGeom prst="triangle">
              <a:avLst>
                <a:gd name="adj" fmla="val 0"/>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02" name="Google Shape;102;p11"/>
          <p:cNvSpPr/>
          <p:nvPr/>
        </p:nvSpPr>
        <p:spPr>
          <a:xfrm rot="-8820000">
            <a:off x="4208375" y="-421296"/>
            <a:ext cx="153842" cy="4527614"/>
          </a:xfrm>
          <a:custGeom>
            <a:avLst/>
            <a:gdLst/>
            <a:ahLst/>
            <a:cxnLst/>
            <a:rect l="l" t="t" r="r" b="b"/>
            <a:pathLst>
              <a:path w="81241" h="4522221" extrusionOk="0">
                <a:moveTo>
                  <a:pt x="10903" y="131585"/>
                </a:moveTo>
                <a:lnTo>
                  <a:pt x="76142" y="0"/>
                </a:lnTo>
                <a:cubicBezTo>
                  <a:pt x="77842" y="1472062"/>
                  <a:pt x="79541" y="2944124"/>
                  <a:pt x="81241" y="4416186"/>
                </a:cubicBezTo>
                <a:cubicBezTo>
                  <a:pt x="14484" y="4497775"/>
                  <a:pt x="27080" y="4486876"/>
                  <a:pt x="0" y="4522221"/>
                </a:cubicBezTo>
                <a:cubicBezTo>
                  <a:pt x="3151" y="3094021"/>
                  <a:pt x="7752" y="1559785"/>
                  <a:pt x="10903" y="13158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03" name="Google Shape;103;p11"/>
          <p:cNvSpPr txBox="1">
            <a:spLocks noGrp="1"/>
          </p:cNvSpPr>
          <p:nvPr>
            <p:ph type="title"/>
          </p:nvPr>
        </p:nvSpPr>
        <p:spPr>
          <a:xfrm>
            <a:off x="4520564" y="2612014"/>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4" name="Google Shape;104;p11"/>
          <p:cNvSpPr txBox="1">
            <a:spLocks noGrp="1"/>
          </p:cNvSpPr>
          <p:nvPr>
            <p:ph type="body" idx="1"/>
          </p:nvPr>
        </p:nvSpPr>
        <p:spPr>
          <a:xfrm>
            <a:off x="4520564" y="3633570"/>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105" name="Google Shape;105;p11"/>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3_Section Header">
  <p:cSld name="3_Section Header">
    <p:spTree>
      <p:nvGrpSpPr>
        <p:cNvPr id="1" name="Shape 106"/>
        <p:cNvGrpSpPr/>
        <p:nvPr/>
      </p:nvGrpSpPr>
      <p:grpSpPr>
        <a:xfrm>
          <a:off x="0" y="0"/>
          <a:ext cx="0" cy="0"/>
          <a:chOff x="0" y="0"/>
          <a:chExt cx="0" cy="0"/>
        </a:xfrm>
      </p:grpSpPr>
      <p:pic>
        <p:nvPicPr>
          <p:cNvPr id="107" name="Google Shape;107;p12" descr="A group of people posing for the camera  Description automatically generated"/>
          <p:cNvPicPr preferRelativeResize="0"/>
          <p:nvPr/>
        </p:nvPicPr>
        <p:blipFill rotWithShape="1">
          <a:blip r:embed="rId2">
            <a:alphaModFix/>
          </a:blip>
          <a:srcRect/>
          <a:stretch/>
        </p:blipFill>
        <p:spPr>
          <a:xfrm>
            <a:off x="0" y="-9563"/>
            <a:ext cx="5387332" cy="5161997"/>
          </a:xfrm>
          <a:prstGeom prst="rect">
            <a:avLst/>
          </a:prstGeom>
          <a:noFill/>
          <a:ln>
            <a:noFill/>
          </a:ln>
        </p:spPr>
      </p:pic>
      <p:grpSp>
        <p:nvGrpSpPr>
          <p:cNvPr id="108" name="Google Shape;108;p12"/>
          <p:cNvGrpSpPr/>
          <p:nvPr/>
        </p:nvGrpSpPr>
        <p:grpSpPr>
          <a:xfrm rot="10800000">
            <a:off x="2071688" y="-10886"/>
            <a:ext cx="6399490" cy="5143501"/>
            <a:chOff x="0" y="-1"/>
            <a:chExt cx="6377354" cy="5150732"/>
          </a:xfrm>
        </p:grpSpPr>
        <p:sp>
          <p:nvSpPr>
            <p:cNvPr id="109" name="Google Shape;109;p12"/>
            <p:cNvSpPr/>
            <p:nvPr/>
          </p:nvSpPr>
          <p:spPr>
            <a:xfrm>
              <a:off x="0" y="0"/>
              <a:ext cx="3059877" cy="51435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0" name="Google Shape;110;p12"/>
            <p:cNvSpPr/>
            <p:nvPr/>
          </p:nvSpPr>
          <p:spPr>
            <a:xfrm rot="5400000">
              <a:off x="2143249" y="916627"/>
              <a:ext cx="5150732" cy="3317477"/>
            </a:xfrm>
            <a:prstGeom prst="triangle">
              <a:avLst>
                <a:gd name="adj" fmla="val 0"/>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grpSp>
        <p:nvGrpSpPr>
          <p:cNvPr id="111" name="Google Shape;111;p12"/>
          <p:cNvGrpSpPr/>
          <p:nvPr/>
        </p:nvGrpSpPr>
        <p:grpSpPr>
          <a:xfrm rot="10800000">
            <a:off x="2589184" y="-16820"/>
            <a:ext cx="6548803" cy="5169255"/>
            <a:chOff x="-34290" y="-1"/>
            <a:chExt cx="6548804" cy="5150732"/>
          </a:xfrm>
        </p:grpSpPr>
        <p:sp>
          <p:nvSpPr>
            <p:cNvPr id="112" name="Google Shape;112;p12"/>
            <p:cNvSpPr/>
            <p:nvPr/>
          </p:nvSpPr>
          <p:spPr>
            <a:xfrm>
              <a:off x="-34290" y="1"/>
              <a:ext cx="3231326" cy="51435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3" name="Google Shape;113;p12"/>
            <p:cNvSpPr/>
            <p:nvPr/>
          </p:nvSpPr>
          <p:spPr>
            <a:xfrm rot="5400000">
              <a:off x="2280409" y="916627"/>
              <a:ext cx="5150732" cy="3317477"/>
            </a:xfrm>
            <a:prstGeom prst="triangle">
              <a:avLst>
                <a:gd name="adj" fmla="val 0"/>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14" name="Google Shape;114;p12"/>
          <p:cNvSpPr/>
          <p:nvPr/>
        </p:nvSpPr>
        <p:spPr>
          <a:xfrm rot="-8820000">
            <a:off x="4208375" y="-421296"/>
            <a:ext cx="153842" cy="4527614"/>
          </a:xfrm>
          <a:custGeom>
            <a:avLst/>
            <a:gdLst/>
            <a:ahLst/>
            <a:cxnLst/>
            <a:rect l="l" t="t" r="r" b="b"/>
            <a:pathLst>
              <a:path w="81241" h="4522221" extrusionOk="0">
                <a:moveTo>
                  <a:pt x="10903" y="131585"/>
                </a:moveTo>
                <a:lnTo>
                  <a:pt x="76142" y="0"/>
                </a:lnTo>
                <a:cubicBezTo>
                  <a:pt x="77842" y="1472062"/>
                  <a:pt x="79541" y="2944124"/>
                  <a:pt x="81241" y="4416186"/>
                </a:cubicBezTo>
                <a:cubicBezTo>
                  <a:pt x="14484" y="4497775"/>
                  <a:pt x="27080" y="4486876"/>
                  <a:pt x="0" y="4522221"/>
                </a:cubicBezTo>
                <a:cubicBezTo>
                  <a:pt x="3151" y="3094021"/>
                  <a:pt x="7752" y="1559785"/>
                  <a:pt x="10903" y="13158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15" name="Google Shape;115;p12"/>
          <p:cNvSpPr txBox="1">
            <a:spLocks noGrp="1"/>
          </p:cNvSpPr>
          <p:nvPr>
            <p:ph type="title"/>
          </p:nvPr>
        </p:nvSpPr>
        <p:spPr>
          <a:xfrm>
            <a:off x="4520564" y="2612014"/>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6" name="Google Shape;116;p12"/>
          <p:cNvSpPr txBox="1">
            <a:spLocks noGrp="1"/>
          </p:cNvSpPr>
          <p:nvPr>
            <p:ph type="body" idx="1"/>
          </p:nvPr>
        </p:nvSpPr>
        <p:spPr>
          <a:xfrm>
            <a:off x="4520564" y="3633570"/>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117" name="Google Shape;117;p12"/>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4_Section Header">
  <p:cSld name="4_Section Header">
    <p:spTree>
      <p:nvGrpSpPr>
        <p:cNvPr id="1" name="Shape 118"/>
        <p:cNvGrpSpPr/>
        <p:nvPr/>
      </p:nvGrpSpPr>
      <p:grpSpPr>
        <a:xfrm>
          <a:off x="0" y="0"/>
          <a:ext cx="0" cy="0"/>
          <a:chOff x="0" y="0"/>
          <a:chExt cx="0" cy="0"/>
        </a:xfrm>
      </p:grpSpPr>
      <p:pic>
        <p:nvPicPr>
          <p:cNvPr id="119" name="Google Shape;119;p13" descr="A group of people walking down a street  Description automatically generated"/>
          <p:cNvPicPr preferRelativeResize="0"/>
          <p:nvPr/>
        </p:nvPicPr>
        <p:blipFill rotWithShape="1">
          <a:blip r:embed="rId2">
            <a:alphaModFix/>
          </a:blip>
          <a:srcRect t="-162" b="-176"/>
          <a:stretch/>
        </p:blipFill>
        <p:spPr>
          <a:xfrm>
            <a:off x="3369971" y="-17293"/>
            <a:ext cx="5774029" cy="5160793"/>
          </a:xfrm>
          <a:prstGeom prst="rect">
            <a:avLst/>
          </a:prstGeom>
          <a:noFill/>
          <a:ln>
            <a:noFill/>
          </a:ln>
        </p:spPr>
      </p:pic>
      <p:grpSp>
        <p:nvGrpSpPr>
          <p:cNvPr id="120" name="Google Shape;120;p13"/>
          <p:cNvGrpSpPr/>
          <p:nvPr/>
        </p:nvGrpSpPr>
        <p:grpSpPr>
          <a:xfrm>
            <a:off x="439200" y="0"/>
            <a:ext cx="6377354" cy="5154356"/>
            <a:chOff x="0" y="-1"/>
            <a:chExt cx="6377354" cy="5150732"/>
          </a:xfrm>
        </p:grpSpPr>
        <p:sp>
          <p:nvSpPr>
            <p:cNvPr id="121" name="Google Shape;121;p13"/>
            <p:cNvSpPr/>
            <p:nvPr/>
          </p:nvSpPr>
          <p:spPr>
            <a:xfrm>
              <a:off x="0" y="0"/>
              <a:ext cx="3059877" cy="51435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22" name="Google Shape;122;p13"/>
            <p:cNvSpPr/>
            <p:nvPr/>
          </p:nvSpPr>
          <p:spPr>
            <a:xfrm rot="5400000">
              <a:off x="2143249" y="916627"/>
              <a:ext cx="5150732" cy="3317477"/>
            </a:xfrm>
            <a:prstGeom prst="triangle">
              <a:avLst>
                <a:gd name="adj" fmla="val 0"/>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grpSp>
        <p:nvGrpSpPr>
          <p:cNvPr id="123" name="Google Shape;123;p13"/>
          <p:cNvGrpSpPr/>
          <p:nvPr/>
        </p:nvGrpSpPr>
        <p:grpSpPr>
          <a:xfrm>
            <a:off x="-80647" y="-2"/>
            <a:ext cx="6377354" cy="5156081"/>
            <a:chOff x="0" y="-1"/>
            <a:chExt cx="6377354" cy="5150732"/>
          </a:xfrm>
        </p:grpSpPr>
        <p:sp>
          <p:nvSpPr>
            <p:cNvPr id="124" name="Google Shape;124;p13"/>
            <p:cNvSpPr/>
            <p:nvPr/>
          </p:nvSpPr>
          <p:spPr>
            <a:xfrm>
              <a:off x="0" y="0"/>
              <a:ext cx="3059877" cy="51435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25" name="Google Shape;125;p13"/>
            <p:cNvSpPr/>
            <p:nvPr/>
          </p:nvSpPr>
          <p:spPr>
            <a:xfrm rot="5400000">
              <a:off x="2143249" y="916627"/>
              <a:ext cx="5150732" cy="3317477"/>
            </a:xfrm>
            <a:prstGeom prst="triangle">
              <a:avLst>
                <a:gd name="adj" fmla="val 0"/>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26" name="Google Shape;126;p13"/>
          <p:cNvSpPr/>
          <p:nvPr/>
        </p:nvSpPr>
        <p:spPr>
          <a:xfrm rot="1956373">
            <a:off x="4575729" y="1038850"/>
            <a:ext cx="133535" cy="4514253"/>
          </a:xfrm>
          <a:custGeom>
            <a:avLst/>
            <a:gdLst/>
            <a:ahLst/>
            <a:cxnLst/>
            <a:rect l="l" t="t" r="r" b="b"/>
            <a:pathLst>
              <a:path w="74404" h="4514253" extrusionOk="0">
                <a:moveTo>
                  <a:pt x="4066" y="131585"/>
                </a:moveTo>
                <a:lnTo>
                  <a:pt x="69305" y="0"/>
                </a:lnTo>
                <a:cubicBezTo>
                  <a:pt x="71005" y="1472062"/>
                  <a:pt x="72704" y="2944124"/>
                  <a:pt x="74404" y="4416186"/>
                </a:cubicBezTo>
                <a:lnTo>
                  <a:pt x="0" y="4514253"/>
                </a:lnTo>
                <a:cubicBezTo>
                  <a:pt x="3151" y="3086053"/>
                  <a:pt x="915" y="1559785"/>
                  <a:pt x="4066" y="13158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27" name="Google Shape;127;p13"/>
          <p:cNvSpPr txBox="1">
            <a:spLocks noGrp="1"/>
          </p:cNvSpPr>
          <p:nvPr>
            <p:ph type="title"/>
          </p:nvPr>
        </p:nvSpPr>
        <p:spPr>
          <a:xfrm>
            <a:off x="601358" y="470882"/>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8" name="Google Shape;128;p13"/>
          <p:cNvSpPr txBox="1">
            <a:spLocks noGrp="1"/>
          </p:cNvSpPr>
          <p:nvPr>
            <p:ph type="body" idx="1"/>
          </p:nvPr>
        </p:nvSpPr>
        <p:spPr>
          <a:xfrm>
            <a:off x="601358" y="1492438"/>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129" name="Google Shape;129;p13"/>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6_Section Header">
  <p:cSld name="6_Section Header">
    <p:spTree>
      <p:nvGrpSpPr>
        <p:cNvPr id="1" name="Shape 130"/>
        <p:cNvGrpSpPr/>
        <p:nvPr/>
      </p:nvGrpSpPr>
      <p:grpSpPr>
        <a:xfrm>
          <a:off x="0" y="0"/>
          <a:ext cx="0" cy="0"/>
          <a:chOff x="0" y="0"/>
          <a:chExt cx="0" cy="0"/>
        </a:xfrm>
      </p:grpSpPr>
      <p:pic>
        <p:nvPicPr>
          <p:cNvPr id="131" name="Google Shape;131;p14" descr="A group of people walking down a street next to a building  Description automatically generated"/>
          <p:cNvPicPr preferRelativeResize="0"/>
          <p:nvPr/>
        </p:nvPicPr>
        <p:blipFill rotWithShape="1">
          <a:blip r:embed="rId2">
            <a:alphaModFix/>
          </a:blip>
          <a:srcRect/>
          <a:stretch/>
        </p:blipFill>
        <p:spPr>
          <a:xfrm>
            <a:off x="4607449" y="0"/>
            <a:ext cx="4536551" cy="5125355"/>
          </a:xfrm>
          <a:prstGeom prst="rect">
            <a:avLst/>
          </a:prstGeom>
          <a:noFill/>
          <a:ln>
            <a:noFill/>
          </a:ln>
        </p:spPr>
      </p:pic>
      <p:sp>
        <p:nvSpPr>
          <p:cNvPr id="132" name="Google Shape;132;p14"/>
          <p:cNvSpPr txBox="1">
            <a:spLocks noGrp="1"/>
          </p:cNvSpPr>
          <p:nvPr>
            <p:ph type="title"/>
          </p:nvPr>
        </p:nvSpPr>
        <p:spPr>
          <a:xfrm>
            <a:off x="512001" y="644503"/>
            <a:ext cx="3592512" cy="1021556"/>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2400"/>
              <a:buFont typeface="Arial"/>
              <a:buNone/>
              <a:defRPr sz="24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3" name="Google Shape;133;p14"/>
          <p:cNvSpPr txBox="1">
            <a:spLocks noGrp="1"/>
          </p:cNvSpPr>
          <p:nvPr>
            <p:ph type="body" idx="1"/>
          </p:nvPr>
        </p:nvSpPr>
        <p:spPr>
          <a:xfrm>
            <a:off x="512001" y="1666059"/>
            <a:ext cx="3592512"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sp>
        <p:nvSpPr>
          <p:cNvPr id="134" name="Google Shape;134;p14"/>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35" name="Google Shape;135;p14"/>
          <p:cNvSpPr/>
          <p:nvPr/>
        </p:nvSpPr>
        <p:spPr>
          <a:xfrm flipH="1">
            <a:off x="4607449" y="729324"/>
            <a:ext cx="147431" cy="4414176"/>
          </a:xfrm>
          <a:custGeom>
            <a:avLst/>
            <a:gdLst/>
            <a:ahLst/>
            <a:cxnLst/>
            <a:rect l="l" t="t" r="r" b="b"/>
            <a:pathLst>
              <a:path w="79792" h="4414176" extrusionOk="0">
                <a:moveTo>
                  <a:pt x="9454" y="129575"/>
                </a:moveTo>
                <a:lnTo>
                  <a:pt x="79792" y="0"/>
                </a:lnTo>
                <a:lnTo>
                  <a:pt x="79792" y="4414176"/>
                </a:lnTo>
                <a:lnTo>
                  <a:pt x="0" y="4414176"/>
                </a:lnTo>
                <a:cubicBezTo>
                  <a:pt x="3151" y="2985976"/>
                  <a:pt x="6303" y="1557775"/>
                  <a:pt x="9454" y="129575"/>
                </a:cubicBezTo>
                <a:close/>
              </a:path>
            </a:pathLst>
          </a:cu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Header Only">
  <p:cSld name="Header Only">
    <p:spTree>
      <p:nvGrpSpPr>
        <p:cNvPr id="1" name="Shape 136"/>
        <p:cNvGrpSpPr/>
        <p:nvPr/>
      </p:nvGrpSpPr>
      <p:grpSpPr>
        <a:xfrm>
          <a:off x="0" y="0"/>
          <a:ext cx="0" cy="0"/>
          <a:chOff x="0" y="0"/>
          <a:chExt cx="0" cy="0"/>
        </a:xfrm>
      </p:grpSpPr>
      <p:sp>
        <p:nvSpPr>
          <p:cNvPr id="137" name="Google Shape;137;p15"/>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38" name="Google Shape;138;p15"/>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39" name="Google Shape;139;p15"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grpSp>
        <p:nvGrpSpPr>
          <p:cNvPr id="140" name="Google Shape;140;p15"/>
          <p:cNvGrpSpPr/>
          <p:nvPr/>
        </p:nvGrpSpPr>
        <p:grpSpPr>
          <a:xfrm>
            <a:off x="182346" y="104249"/>
            <a:ext cx="570006" cy="4473696"/>
            <a:chOff x="182346" y="104249"/>
            <a:chExt cx="570006" cy="4473696"/>
          </a:xfrm>
        </p:grpSpPr>
        <p:pic>
          <p:nvPicPr>
            <p:cNvPr id="141" name="Google Shape;141;p15"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142" name="Google Shape;142;p15"/>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1_Header &amp; Subtitle">
  <p:cSld name="1_Header &amp; Subtitle">
    <p:spTree>
      <p:nvGrpSpPr>
        <p:cNvPr id="1" name="Shape 143"/>
        <p:cNvGrpSpPr/>
        <p:nvPr/>
      </p:nvGrpSpPr>
      <p:grpSpPr>
        <a:xfrm>
          <a:off x="0" y="0"/>
          <a:ext cx="0" cy="0"/>
          <a:chOff x="0" y="0"/>
          <a:chExt cx="0" cy="0"/>
        </a:xfrm>
      </p:grpSpPr>
      <p:sp>
        <p:nvSpPr>
          <p:cNvPr id="144" name="Google Shape;144;p16"/>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45" name="Google Shape;145;p16"/>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46" name="Google Shape;146;p16"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sp>
        <p:nvSpPr>
          <p:cNvPr id="147" name="Google Shape;147;p16"/>
          <p:cNvSpPr txBox="1">
            <a:spLocks noGrp="1"/>
          </p:cNvSpPr>
          <p:nvPr>
            <p:ph type="body" idx="1"/>
          </p:nvPr>
        </p:nvSpPr>
        <p:spPr>
          <a:xfrm>
            <a:off x="536408" y="1146189"/>
            <a:ext cx="8140628" cy="344090"/>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00"/>
              </a:spcBef>
              <a:spcAft>
                <a:spcPts val="0"/>
              </a:spcAft>
              <a:buClr>
                <a:srgbClr val="4A4F55"/>
              </a:buClr>
              <a:buSzPts val="1500"/>
              <a:buNone/>
              <a:defRPr sz="1500">
                <a:solidFill>
                  <a:srgbClr val="4A4F55"/>
                </a:solidFill>
              </a:defRPr>
            </a:lvl1pPr>
            <a:lvl2pPr marL="914400" lvl="1" indent="-228600" algn="l">
              <a:lnSpc>
                <a:spcPct val="100000"/>
              </a:lnSpc>
              <a:spcBef>
                <a:spcPts val="270"/>
              </a:spcBef>
              <a:spcAft>
                <a:spcPts val="0"/>
              </a:spcAft>
              <a:buClr>
                <a:srgbClr val="888888"/>
              </a:buClr>
              <a:buSzPts val="1350"/>
              <a:buNone/>
              <a:defRPr sz="1350">
                <a:solidFill>
                  <a:srgbClr val="888888"/>
                </a:solidFill>
              </a:defRPr>
            </a:lvl2pPr>
            <a:lvl3pPr marL="1371600" lvl="2" indent="-228600" algn="l">
              <a:lnSpc>
                <a:spcPct val="100000"/>
              </a:lnSpc>
              <a:spcBef>
                <a:spcPts val="240"/>
              </a:spcBef>
              <a:spcAft>
                <a:spcPts val="0"/>
              </a:spcAft>
              <a:buClr>
                <a:srgbClr val="888888"/>
              </a:buClr>
              <a:buSzPts val="1200"/>
              <a:buNone/>
              <a:defRPr sz="1200">
                <a:solidFill>
                  <a:srgbClr val="888888"/>
                </a:solidFill>
              </a:defRPr>
            </a:lvl3pPr>
            <a:lvl4pPr marL="1828800" lvl="3" indent="-228600" algn="l">
              <a:lnSpc>
                <a:spcPct val="100000"/>
              </a:lnSpc>
              <a:spcBef>
                <a:spcPts val="210"/>
              </a:spcBef>
              <a:spcAft>
                <a:spcPts val="0"/>
              </a:spcAft>
              <a:buClr>
                <a:srgbClr val="888888"/>
              </a:buClr>
              <a:buSzPts val="1050"/>
              <a:buNone/>
              <a:defRPr sz="1050">
                <a:solidFill>
                  <a:srgbClr val="888888"/>
                </a:solidFill>
              </a:defRPr>
            </a:lvl4pPr>
            <a:lvl5pPr marL="2286000" lvl="4" indent="-228600" algn="l">
              <a:lnSpc>
                <a:spcPct val="100000"/>
              </a:lnSpc>
              <a:spcBef>
                <a:spcPts val="210"/>
              </a:spcBef>
              <a:spcAft>
                <a:spcPts val="0"/>
              </a:spcAft>
              <a:buClr>
                <a:srgbClr val="888888"/>
              </a:buClr>
              <a:buSzPts val="1050"/>
              <a:buNone/>
              <a:defRPr sz="1050">
                <a:solidFill>
                  <a:srgbClr val="888888"/>
                </a:solidFill>
              </a:defRPr>
            </a:lvl5pPr>
            <a:lvl6pPr marL="2743200" lvl="5" indent="-228600" algn="l">
              <a:lnSpc>
                <a:spcPct val="100000"/>
              </a:lnSpc>
              <a:spcBef>
                <a:spcPts val="210"/>
              </a:spcBef>
              <a:spcAft>
                <a:spcPts val="0"/>
              </a:spcAft>
              <a:buClr>
                <a:srgbClr val="888888"/>
              </a:buClr>
              <a:buSzPts val="1050"/>
              <a:buNone/>
              <a:defRPr sz="1050">
                <a:solidFill>
                  <a:srgbClr val="888888"/>
                </a:solidFill>
              </a:defRPr>
            </a:lvl6pPr>
            <a:lvl7pPr marL="3200400" lvl="6" indent="-228600" algn="l">
              <a:lnSpc>
                <a:spcPct val="100000"/>
              </a:lnSpc>
              <a:spcBef>
                <a:spcPts val="210"/>
              </a:spcBef>
              <a:spcAft>
                <a:spcPts val="0"/>
              </a:spcAft>
              <a:buClr>
                <a:srgbClr val="888888"/>
              </a:buClr>
              <a:buSzPts val="1050"/>
              <a:buNone/>
              <a:defRPr sz="1050">
                <a:solidFill>
                  <a:srgbClr val="888888"/>
                </a:solidFill>
              </a:defRPr>
            </a:lvl7pPr>
            <a:lvl8pPr marL="3657600" lvl="7" indent="-228600" algn="l">
              <a:lnSpc>
                <a:spcPct val="100000"/>
              </a:lnSpc>
              <a:spcBef>
                <a:spcPts val="210"/>
              </a:spcBef>
              <a:spcAft>
                <a:spcPts val="0"/>
              </a:spcAft>
              <a:buClr>
                <a:srgbClr val="888888"/>
              </a:buClr>
              <a:buSzPts val="1050"/>
              <a:buNone/>
              <a:defRPr sz="1050">
                <a:solidFill>
                  <a:srgbClr val="888888"/>
                </a:solidFill>
              </a:defRPr>
            </a:lvl8pPr>
            <a:lvl9pPr marL="4114800" lvl="8" indent="-228600" algn="l">
              <a:lnSpc>
                <a:spcPct val="100000"/>
              </a:lnSpc>
              <a:spcBef>
                <a:spcPts val="210"/>
              </a:spcBef>
              <a:spcAft>
                <a:spcPts val="0"/>
              </a:spcAft>
              <a:buClr>
                <a:srgbClr val="888888"/>
              </a:buClr>
              <a:buSzPts val="1050"/>
              <a:buNone/>
              <a:defRPr sz="1050">
                <a:solidFill>
                  <a:srgbClr val="888888"/>
                </a:solidFill>
              </a:defRPr>
            </a:lvl9pPr>
          </a:lstStyle>
          <a:p>
            <a:endParaRPr/>
          </a:p>
        </p:txBody>
      </p:sp>
      <p:grpSp>
        <p:nvGrpSpPr>
          <p:cNvPr id="148" name="Google Shape;148;p16"/>
          <p:cNvGrpSpPr/>
          <p:nvPr/>
        </p:nvGrpSpPr>
        <p:grpSpPr>
          <a:xfrm>
            <a:off x="182346" y="104249"/>
            <a:ext cx="570006" cy="4473696"/>
            <a:chOff x="182346" y="104249"/>
            <a:chExt cx="570006" cy="4473696"/>
          </a:xfrm>
        </p:grpSpPr>
        <p:pic>
          <p:nvPicPr>
            <p:cNvPr id="149" name="Google Shape;149;p16"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150" name="Google Shape;150;p16"/>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2_Title and Content">
  <p:cSld name="2_Title and Content">
    <p:spTree>
      <p:nvGrpSpPr>
        <p:cNvPr id="1" name="Shape 151"/>
        <p:cNvGrpSpPr/>
        <p:nvPr/>
      </p:nvGrpSpPr>
      <p:grpSpPr>
        <a:xfrm>
          <a:off x="0" y="0"/>
          <a:ext cx="0" cy="0"/>
          <a:chOff x="0" y="0"/>
          <a:chExt cx="0" cy="0"/>
        </a:xfrm>
      </p:grpSpPr>
      <p:pic>
        <p:nvPicPr>
          <p:cNvPr id="152" name="Google Shape;152;p17" descr="A close up of a logo  Description automatically generated"/>
          <p:cNvPicPr preferRelativeResize="0"/>
          <p:nvPr/>
        </p:nvPicPr>
        <p:blipFill rotWithShape="1">
          <a:blip r:embed="rId2">
            <a:alphaModFix/>
          </a:blip>
          <a:srcRect b="-4198"/>
          <a:stretch/>
        </p:blipFill>
        <p:spPr>
          <a:xfrm>
            <a:off x="2718" y="0"/>
            <a:ext cx="876601" cy="796293"/>
          </a:xfrm>
          <a:prstGeom prst="rect">
            <a:avLst/>
          </a:prstGeom>
          <a:noFill/>
          <a:ln>
            <a:noFill/>
          </a:ln>
        </p:spPr>
      </p:pic>
      <p:grpSp>
        <p:nvGrpSpPr>
          <p:cNvPr id="153" name="Google Shape;153;p17"/>
          <p:cNvGrpSpPr/>
          <p:nvPr/>
        </p:nvGrpSpPr>
        <p:grpSpPr>
          <a:xfrm>
            <a:off x="198023" y="147081"/>
            <a:ext cx="8503920" cy="543191"/>
            <a:chOff x="198023" y="147081"/>
            <a:chExt cx="8700480" cy="543191"/>
          </a:xfrm>
        </p:grpSpPr>
        <p:pic>
          <p:nvPicPr>
            <p:cNvPr id="154" name="Google Shape;154;p17" descr="A close up of a logo  Description automatically generated"/>
            <p:cNvPicPr preferRelativeResize="0"/>
            <p:nvPr/>
          </p:nvPicPr>
          <p:blipFill rotWithShape="1">
            <a:blip r:embed="rId3">
              <a:alphaModFix/>
            </a:blip>
            <a:srcRect/>
            <a:stretch/>
          </p:blipFill>
          <p:spPr>
            <a:xfrm>
              <a:off x="198023" y="151749"/>
              <a:ext cx="492246" cy="538523"/>
            </a:xfrm>
            <a:prstGeom prst="rect">
              <a:avLst/>
            </a:prstGeom>
            <a:noFill/>
            <a:ln>
              <a:noFill/>
            </a:ln>
          </p:spPr>
        </p:pic>
        <p:sp>
          <p:nvSpPr>
            <p:cNvPr id="155" name="Google Shape;155;p17"/>
            <p:cNvSpPr/>
            <p:nvPr/>
          </p:nvSpPr>
          <p:spPr>
            <a:xfrm>
              <a:off x="690269" y="147081"/>
              <a:ext cx="8208234" cy="64008"/>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
        <p:nvSpPr>
          <p:cNvPr id="156" name="Google Shape;156;p17"/>
          <p:cNvSpPr txBox="1">
            <a:spLocks noGrp="1"/>
          </p:cNvSpPr>
          <p:nvPr>
            <p:ph type="title"/>
          </p:nvPr>
        </p:nvSpPr>
        <p:spPr>
          <a:xfrm>
            <a:off x="536408" y="229323"/>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7" name="Google Shape;157;p17"/>
          <p:cNvSpPr txBox="1">
            <a:spLocks noGrp="1"/>
          </p:cNvSpPr>
          <p:nvPr>
            <p:ph type="body" idx="1"/>
          </p:nvPr>
        </p:nvSpPr>
        <p:spPr>
          <a:xfrm>
            <a:off x="536408" y="1169435"/>
            <a:ext cx="8140628" cy="3394472"/>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360"/>
              </a:spcBef>
              <a:spcAft>
                <a:spcPts val="0"/>
              </a:spcAft>
              <a:buClr>
                <a:schemeClr val="dk1"/>
              </a:buClr>
              <a:buSzPts val="1800"/>
              <a:buNone/>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o"/>
              <a:defRPr/>
            </a:lvl3pPr>
            <a:lvl4pPr marL="1828800" lvl="3" indent="-342900" algn="l">
              <a:lnSpc>
                <a:spcPct val="100000"/>
              </a:lnSpc>
              <a:spcBef>
                <a:spcPts val="360"/>
              </a:spcBef>
              <a:spcAft>
                <a:spcPts val="0"/>
              </a:spcAft>
              <a:buClr>
                <a:srgbClr val="7F7F7F"/>
              </a:buClr>
              <a:buSzPts val="1800"/>
              <a:buChar char="–"/>
              <a:defRPr/>
            </a:lvl4pPr>
            <a:lvl5pPr marL="2286000" lvl="4" indent="-342900" algn="l">
              <a:lnSpc>
                <a:spcPct val="100000"/>
              </a:lnSpc>
              <a:spcBef>
                <a:spcPts val="360"/>
              </a:spcBef>
              <a:spcAft>
                <a:spcPts val="0"/>
              </a:spcAft>
              <a:buClr>
                <a:srgbClr val="7F7F7F"/>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wo Collumn Content">
  <p:cSld name="Two Collumn Content">
    <p:spTree>
      <p:nvGrpSpPr>
        <p:cNvPr id="1" name="Shape 158"/>
        <p:cNvGrpSpPr/>
        <p:nvPr/>
      </p:nvGrpSpPr>
      <p:grpSpPr>
        <a:xfrm>
          <a:off x="0" y="0"/>
          <a:ext cx="0" cy="0"/>
          <a:chOff x="0" y="0"/>
          <a:chExt cx="0" cy="0"/>
        </a:xfrm>
      </p:grpSpPr>
      <p:sp>
        <p:nvSpPr>
          <p:cNvPr id="159" name="Google Shape;159;p18"/>
          <p:cNvSpPr txBox="1">
            <a:spLocks noGrp="1"/>
          </p:cNvSpPr>
          <p:nvPr>
            <p:ph type="body" idx="1"/>
          </p:nvPr>
        </p:nvSpPr>
        <p:spPr>
          <a:xfrm>
            <a:off x="536408" y="1200151"/>
            <a:ext cx="3959392" cy="3394472"/>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420"/>
              </a:spcBef>
              <a:spcAft>
                <a:spcPts val="0"/>
              </a:spcAft>
              <a:buClr>
                <a:schemeClr val="dk1"/>
              </a:buClr>
              <a:buSzPts val="2100"/>
              <a:buNone/>
              <a:defRPr sz="2100"/>
            </a:lvl1pPr>
            <a:lvl2pPr marL="914400" lvl="1" indent="-342900" algn="l">
              <a:lnSpc>
                <a:spcPct val="100000"/>
              </a:lnSpc>
              <a:spcBef>
                <a:spcPts val="360"/>
              </a:spcBef>
              <a:spcAft>
                <a:spcPts val="0"/>
              </a:spcAft>
              <a:buClr>
                <a:schemeClr val="dk1"/>
              </a:buClr>
              <a:buSzPts val="1800"/>
              <a:buChar char="•"/>
              <a:defRPr sz="1800"/>
            </a:lvl2pPr>
            <a:lvl3pPr marL="1371600" lvl="2" indent="-323850" algn="l">
              <a:lnSpc>
                <a:spcPct val="100000"/>
              </a:lnSpc>
              <a:spcBef>
                <a:spcPts val="300"/>
              </a:spcBef>
              <a:spcAft>
                <a:spcPts val="0"/>
              </a:spcAft>
              <a:buClr>
                <a:schemeClr val="dk1"/>
              </a:buClr>
              <a:buSzPts val="1500"/>
              <a:buChar char="o"/>
              <a:defRPr sz="1500"/>
            </a:lvl3pPr>
            <a:lvl4pPr marL="1828800" lvl="3" indent="-314325" algn="l">
              <a:lnSpc>
                <a:spcPct val="100000"/>
              </a:lnSpc>
              <a:spcBef>
                <a:spcPts val="270"/>
              </a:spcBef>
              <a:spcAft>
                <a:spcPts val="0"/>
              </a:spcAft>
              <a:buClr>
                <a:srgbClr val="7F7F7F"/>
              </a:buClr>
              <a:buSzPts val="1350"/>
              <a:buChar char="–"/>
              <a:defRPr sz="1350"/>
            </a:lvl4pPr>
            <a:lvl5pPr marL="2286000" lvl="4" indent="-314325" algn="l">
              <a:lnSpc>
                <a:spcPct val="100000"/>
              </a:lnSpc>
              <a:spcBef>
                <a:spcPts val="270"/>
              </a:spcBef>
              <a:spcAft>
                <a:spcPts val="0"/>
              </a:spcAft>
              <a:buClr>
                <a:srgbClr val="7F7F7F"/>
              </a:buClr>
              <a:buSzPts val="1350"/>
              <a:buChar char="»"/>
              <a:defRPr sz="1350"/>
            </a:lvl5pPr>
            <a:lvl6pPr marL="2743200" lvl="5" indent="-314325" algn="l">
              <a:lnSpc>
                <a:spcPct val="100000"/>
              </a:lnSpc>
              <a:spcBef>
                <a:spcPts val="270"/>
              </a:spcBef>
              <a:spcAft>
                <a:spcPts val="0"/>
              </a:spcAft>
              <a:buClr>
                <a:schemeClr val="dk1"/>
              </a:buClr>
              <a:buSzPts val="1350"/>
              <a:buChar char="•"/>
              <a:defRPr sz="1350"/>
            </a:lvl6pPr>
            <a:lvl7pPr marL="3200400" lvl="6" indent="-314325" algn="l">
              <a:lnSpc>
                <a:spcPct val="100000"/>
              </a:lnSpc>
              <a:spcBef>
                <a:spcPts val="270"/>
              </a:spcBef>
              <a:spcAft>
                <a:spcPts val="0"/>
              </a:spcAft>
              <a:buClr>
                <a:schemeClr val="dk1"/>
              </a:buClr>
              <a:buSzPts val="1350"/>
              <a:buChar char="•"/>
              <a:defRPr sz="1350"/>
            </a:lvl7pPr>
            <a:lvl8pPr marL="3657600" lvl="7" indent="-314325" algn="l">
              <a:lnSpc>
                <a:spcPct val="100000"/>
              </a:lnSpc>
              <a:spcBef>
                <a:spcPts val="270"/>
              </a:spcBef>
              <a:spcAft>
                <a:spcPts val="0"/>
              </a:spcAft>
              <a:buClr>
                <a:schemeClr val="dk1"/>
              </a:buClr>
              <a:buSzPts val="1350"/>
              <a:buChar char="•"/>
              <a:defRPr sz="1350"/>
            </a:lvl8pPr>
            <a:lvl9pPr marL="4114800" lvl="8" indent="-314325" algn="l">
              <a:lnSpc>
                <a:spcPct val="100000"/>
              </a:lnSpc>
              <a:spcBef>
                <a:spcPts val="270"/>
              </a:spcBef>
              <a:spcAft>
                <a:spcPts val="0"/>
              </a:spcAft>
              <a:buClr>
                <a:schemeClr val="dk1"/>
              </a:buClr>
              <a:buSzPts val="1350"/>
              <a:buChar char="•"/>
              <a:defRPr sz="1350"/>
            </a:lvl9pPr>
          </a:lstStyle>
          <a:p>
            <a:endParaRPr/>
          </a:p>
        </p:txBody>
      </p:sp>
      <p:sp>
        <p:nvSpPr>
          <p:cNvPr id="160" name="Google Shape;160;p18"/>
          <p:cNvSpPr txBox="1">
            <a:spLocks noGrp="1"/>
          </p:cNvSpPr>
          <p:nvPr>
            <p:ph type="body" idx="2"/>
          </p:nvPr>
        </p:nvSpPr>
        <p:spPr>
          <a:xfrm>
            <a:off x="4727408" y="1200151"/>
            <a:ext cx="3959392" cy="3394472"/>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420"/>
              </a:spcBef>
              <a:spcAft>
                <a:spcPts val="0"/>
              </a:spcAft>
              <a:buClr>
                <a:schemeClr val="dk1"/>
              </a:buClr>
              <a:buSzPts val="2100"/>
              <a:buNone/>
              <a:defRPr sz="2100"/>
            </a:lvl1pPr>
            <a:lvl2pPr marL="914400" lvl="1" indent="-342900" algn="l">
              <a:lnSpc>
                <a:spcPct val="100000"/>
              </a:lnSpc>
              <a:spcBef>
                <a:spcPts val="360"/>
              </a:spcBef>
              <a:spcAft>
                <a:spcPts val="0"/>
              </a:spcAft>
              <a:buClr>
                <a:schemeClr val="dk1"/>
              </a:buClr>
              <a:buSzPts val="1800"/>
              <a:buChar char="•"/>
              <a:defRPr sz="1800"/>
            </a:lvl2pPr>
            <a:lvl3pPr marL="1371600" lvl="2" indent="-323850" algn="l">
              <a:lnSpc>
                <a:spcPct val="100000"/>
              </a:lnSpc>
              <a:spcBef>
                <a:spcPts val="300"/>
              </a:spcBef>
              <a:spcAft>
                <a:spcPts val="0"/>
              </a:spcAft>
              <a:buClr>
                <a:schemeClr val="dk1"/>
              </a:buClr>
              <a:buSzPts val="1500"/>
              <a:buChar char="o"/>
              <a:defRPr sz="1500"/>
            </a:lvl3pPr>
            <a:lvl4pPr marL="1828800" lvl="3" indent="-314325" algn="l">
              <a:lnSpc>
                <a:spcPct val="100000"/>
              </a:lnSpc>
              <a:spcBef>
                <a:spcPts val="270"/>
              </a:spcBef>
              <a:spcAft>
                <a:spcPts val="0"/>
              </a:spcAft>
              <a:buClr>
                <a:srgbClr val="7F7F7F"/>
              </a:buClr>
              <a:buSzPts val="1350"/>
              <a:buChar char="–"/>
              <a:defRPr sz="1350"/>
            </a:lvl4pPr>
            <a:lvl5pPr marL="2286000" lvl="4" indent="-314325" algn="l">
              <a:lnSpc>
                <a:spcPct val="100000"/>
              </a:lnSpc>
              <a:spcBef>
                <a:spcPts val="270"/>
              </a:spcBef>
              <a:spcAft>
                <a:spcPts val="0"/>
              </a:spcAft>
              <a:buClr>
                <a:srgbClr val="7F7F7F"/>
              </a:buClr>
              <a:buSzPts val="1350"/>
              <a:buChar char="»"/>
              <a:defRPr sz="1350"/>
            </a:lvl5pPr>
            <a:lvl6pPr marL="2743200" lvl="5" indent="-314325" algn="l">
              <a:lnSpc>
                <a:spcPct val="100000"/>
              </a:lnSpc>
              <a:spcBef>
                <a:spcPts val="270"/>
              </a:spcBef>
              <a:spcAft>
                <a:spcPts val="0"/>
              </a:spcAft>
              <a:buClr>
                <a:schemeClr val="dk1"/>
              </a:buClr>
              <a:buSzPts val="1350"/>
              <a:buChar char="•"/>
              <a:defRPr sz="1350"/>
            </a:lvl6pPr>
            <a:lvl7pPr marL="3200400" lvl="6" indent="-314325" algn="l">
              <a:lnSpc>
                <a:spcPct val="100000"/>
              </a:lnSpc>
              <a:spcBef>
                <a:spcPts val="270"/>
              </a:spcBef>
              <a:spcAft>
                <a:spcPts val="0"/>
              </a:spcAft>
              <a:buClr>
                <a:schemeClr val="dk1"/>
              </a:buClr>
              <a:buSzPts val="1350"/>
              <a:buChar char="•"/>
              <a:defRPr sz="1350"/>
            </a:lvl7pPr>
            <a:lvl8pPr marL="3657600" lvl="7" indent="-314325" algn="l">
              <a:lnSpc>
                <a:spcPct val="100000"/>
              </a:lnSpc>
              <a:spcBef>
                <a:spcPts val="270"/>
              </a:spcBef>
              <a:spcAft>
                <a:spcPts val="0"/>
              </a:spcAft>
              <a:buClr>
                <a:schemeClr val="dk1"/>
              </a:buClr>
              <a:buSzPts val="1350"/>
              <a:buChar char="•"/>
              <a:defRPr sz="1350"/>
            </a:lvl8pPr>
            <a:lvl9pPr marL="4114800" lvl="8" indent="-314325" algn="l">
              <a:lnSpc>
                <a:spcPct val="100000"/>
              </a:lnSpc>
              <a:spcBef>
                <a:spcPts val="270"/>
              </a:spcBef>
              <a:spcAft>
                <a:spcPts val="0"/>
              </a:spcAft>
              <a:buClr>
                <a:schemeClr val="dk1"/>
              </a:buClr>
              <a:buSzPts val="1350"/>
              <a:buChar char="•"/>
              <a:defRPr sz="1350"/>
            </a:lvl9pPr>
          </a:lstStyle>
          <a:p>
            <a:endParaRPr/>
          </a:p>
        </p:txBody>
      </p:sp>
      <p:sp>
        <p:nvSpPr>
          <p:cNvPr id="161" name="Google Shape;161;p18"/>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62" name="Google Shape;162;p18"/>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63" name="Google Shape;163;p18"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grpSp>
        <p:nvGrpSpPr>
          <p:cNvPr id="164" name="Google Shape;164;p18"/>
          <p:cNvGrpSpPr/>
          <p:nvPr/>
        </p:nvGrpSpPr>
        <p:grpSpPr>
          <a:xfrm>
            <a:off x="182346" y="104249"/>
            <a:ext cx="570006" cy="4473696"/>
            <a:chOff x="182346" y="104249"/>
            <a:chExt cx="570006" cy="4473696"/>
          </a:xfrm>
        </p:grpSpPr>
        <p:pic>
          <p:nvPicPr>
            <p:cNvPr id="165" name="Google Shape;165;p18"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166" name="Google Shape;166;p18"/>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167"/>
        <p:cNvGrpSpPr/>
        <p:nvPr/>
      </p:nvGrpSpPr>
      <p:grpSpPr>
        <a:xfrm>
          <a:off x="0" y="0"/>
          <a:ext cx="0" cy="0"/>
          <a:chOff x="0" y="0"/>
          <a:chExt cx="0" cy="0"/>
        </a:xfrm>
      </p:grpSpPr>
      <p:sp>
        <p:nvSpPr>
          <p:cNvPr id="168" name="Google Shape;168;p19"/>
          <p:cNvSpPr txBox="1">
            <a:spLocks noGrp="1"/>
          </p:cNvSpPr>
          <p:nvPr>
            <p:ph type="body" idx="1"/>
          </p:nvPr>
        </p:nvSpPr>
        <p:spPr>
          <a:xfrm>
            <a:off x="536408" y="1151335"/>
            <a:ext cx="3960980" cy="47982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60"/>
              </a:spcBef>
              <a:spcAft>
                <a:spcPts val="0"/>
              </a:spcAft>
              <a:buClr>
                <a:srgbClr val="FCC90A"/>
              </a:buClr>
              <a:buSzPts val="1800"/>
              <a:buNone/>
              <a:defRPr sz="1800" b="1">
                <a:solidFill>
                  <a:srgbClr val="FCC90A"/>
                </a:solidFill>
              </a:defRPr>
            </a:lvl1pPr>
            <a:lvl2pPr marL="914400" lvl="1" indent="-228600" algn="l">
              <a:lnSpc>
                <a:spcPct val="100000"/>
              </a:lnSpc>
              <a:spcBef>
                <a:spcPts val="300"/>
              </a:spcBef>
              <a:spcAft>
                <a:spcPts val="0"/>
              </a:spcAft>
              <a:buClr>
                <a:schemeClr val="dk1"/>
              </a:buClr>
              <a:buSzPts val="1500"/>
              <a:buNone/>
              <a:defRPr sz="1500" b="1"/>
            </a:lvl2pPr>
            <a:lvl3pPr marL="1371600" lvl="2" indent="-228600" algn="l">
              <a:lnSpc>
                <a:spcPct val="100000"/>
              </a:lnSpc>
              <a:spcBef>
                <a:spcPts val="270"/>
              </a:spcBef>
              <a:spcAft>
                <a:spcPts val="0"/>
              </a:spcAft>
              <a:buClr>
                <a:schemeClr val="dk1"/>
              </a:buClr>
              <a:buSzPts val="1350"/>
              <a:buNone/>
              <a:defRPr sz="1350" b="1"/>
            </a:lvl3pPr>
            <a:lvl4pPr marL="1828800" lvl="3" indent="-228600" algn="l">
              <a:lnSpc>
                <a:spcPct val="100000"/>
              </a:lnSpc>
              <a:spcBef>
                <a:spcPts val="240"/>
              </a:spcBef>
              <a:spcAft>
                <a:spcPts val="0"/>
              </a:spcAft>
              <a:buClr>
                <a:srgbClr val="7F7F7F"/>
              </a:buClr>
              <a:buSzPts val="1200"/>
              <a:buNone/>
              <a:defRPr sz="1200" b="1"/>
            </a:lvl4pPr>
            <a:lvl5pPr marL="2286000" lvl="4" indent="-228600" algn="l">
              <a:lnSpc>
                <a:spcPct val="100000"/>
              </a:lnSpc>
              <a:spcBef>
                <a:spcPts val="240"/>
              </a:spcBef>
              <a:spcAft>
                <a:spcPts val="0"/>
              </a:spcAft>
              <a:buClr>
                <a:srgbClr val="7F7F7F"/>
              </a:buClr>
              <a:buSzPts val="1200"/>
              <a:buNone/>
              <a:defRPr sz="1200" b="1"/>
            </a:lvl5pPr>
            <a:lvl6pPr marL="2743200" lvl="5" indent="-228600" algn="l">
              <a:lnSpc>
                <a:spcPct val="100000"/>
              </a:lnSpc>
              <a:spcBef>
                <a:spcPts val="240"/>
              </a:spcBef>
              <a:spcAft>
                <a:spcPts val="0"/>
              </a:spcAft>
              <a:buClr>
                <a:schemeClr val="dk1"/>
              </a:buClr>
              <a:buSzPts val="1200"/>
              <a:buNone/>
              <a:defRPr sz="1200" b="1"/>
            </a:lvl6pPr>
            <a:lvl7pPr marL="3200400" lvl="6" indent="-228600" algn="l">
              <a:lnSpc>
                <a:spcPct val="100000"/>
              </a:lnSpc>
              <a:spcBef>
                <a:spcPts val="240"/>
              </a:spcBef>
              <a:spcAft>
                <a:spcPts val="0"/>
              </a:spcAft>
              <a:buClr>
                <a:schemeClr val="dk1"/>
              </a:buClr>
              <a:buSzPts val="1200"/>
              <a:buNone/>
              <a:defRPr sz="1200" b="1"/>
            </a:lvl7pPr>
            <a:lvl8pPr marL="3657600" lvl="7" indent="-228600" algn="l">
              <a:lnSpc>
                <a:spcPct val="100000"/>
              </a:lnSpc>
              <a:spcBef>
                <a:spcPts val="240"/>
              </a:spcBef>
              <a:spcAft>
                <a:spcPts val="0"/>
              </a:spcAft>
              <a:buClr>
                <a:schemeClr val="dk1"/>
              </a:buClr>
              <a:buSzPts val="1200"/>
              <a:buNone/>
              <a:defRPr sz="1200" b="1"/>
            </a:lvl8pPr>
            <a:lvl9pPr marL="4114800" lvl="8" indent="-228600" algn="l">
              <a:lnSpc>
                <a:spcPct val="100000"/>
              </a:lnSpc>
              <a:spcBef>
                <a:spcPts val="240"/>
              </a:spcBef>
              <a:spcAft>
                <a:spcPts val="0"/>
              </a:spcAft>
              <a:buClr>
                <a:schemeClr val="dk1"/>
              </a:buClr>
              <a:buSzPts val="1200"/>
              <a:buNone/>
              <a:defRPr sz="1200" b="1"/>
            </a:lvl9pPr>
          </a:lstStyle>
          <a:p>
            <a:endParaRPr/>
          </a:p>
        </p:txBody>
      </p:sp>
      <p:sp>
        <p:nvSpPr>
          <p:cNvPr id="169" name="Google Shape;169;p19"/>
          <p:cNvSpPr txBox="1">
            <a:spLocks noGrp="1"/>
          </p:cNvSpPr>
          <p:nvPr>
            <p:ph type="body" idx="2"/>
          </p:nvPr>
        </p:nvSpPr>
        <p:spPr>
          <a:xfrm>
            <a:off x="536408" y="1631156"/>
            <a:ext cx="3960980" cy="2963466"/>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360"/>
              </a:spcBef>
              <a:spcAft>
                <a:spcPts val="0"/>
              </a:spcAft>
              <a:buClr>
                <a:schemeClr val="dk1"/>
              </a:buClr>
              <a:buSzPts val="1800"/>
              <a:buNone/>
              <a:defRPr sz="1800"/>
            </a:lvl1pPr>
            <a:lvl2pPr marL="914400" lvl="1" indent="-323850" algn="l">
              <a:lnSpc>
                <a:spcPct val="100000"/>
              </a:lnSpc>
              <a:spcBef>
                <a:spcPts val="300"/>
              </a:spcBef>
              <a:spcAft>
                <a:spcPts val="0"/>
              </a:spcAft>
              <a:buClr>
                <a:schemeClr val="dk1"/>
              </a:buClr>
              <a:buSzPts val="1500"/>
              <a:buChar char="•"/>
              <a:defRPr sz="1500"/>
            </a:lvl2pPr>
            <a:lvl3pPr marL="1371600" lvl="2" indent="-314325" algn="l">
              <a:lnSpc>
                <a:spcPct val="100000"/>
              </a:lnSpc>
              <a:spcBef>
                <a:spcPts val="270"/>
              </a:spcBef>
              <a:spcAft>
                <a:spcPts val="0"/>
              </a:spcAft>
              <a:buClr>
                <a:schemeClr val="dk1"/>
              </a:buClr>
              <a:buSzPts val="1350"/>
              <a:buChar char="o"/>
              <a:defRPr sz="1350"/>
            </a:lvl3pPr>
            <a:lvl4pPr marL="1828800" lvl="3" indent="-304800" algn="l">
              <a:lnSpc>
                <a:spcPct val="100000"/>
              </a:lnSpc>
              <a:spcBef>
                <a:spcPts val="240"/>
              </a:spcBef>
              <a:spcAft>
                <a:spcPts val="0"/>
              </a:spcAft>
              <a:buClr>
                <a:srgbClr val="7F7F7F"/>
              </a:buClr>
              <a:buSzPts val="1200"/>
              <a:buChar char="–"/>
              <a:defRPr sz="1200"/>
            </a:lvl4pPr>
            <a:lvl5pPr marL="2286000" lvl="4" indent="-304800" algn="l">
              <a:lnSpc>
                <a:spcPct val="100000"/>
              </a:lnSpc>
              <a:spcBef>
                <a:spcPts val="240"/>
              </a:spcBef>
              <a:spcAft>
                <a:spcPts val="0"/>
              </a:spcAft>
              <a:buClr>
                <a:srgbClr val="7F7F7F"/>
              </a:buClr>
              <a:buSzPts val="1200"/>
              <a:buChar char="»"/>
              <a:defRPr sz="1200"/>
            </a:lvl5pPr>
            <a:lvl6pPr marL="2743200" lvl="5" indent="-304800" algn="l">
              <a:lnSpc>
                <a:spcPct val="100000"/>
              </a:lnSpc>
              <a:spcBef>
                <a:spcPts val="240"/>
              </a:spcBef>
              <a:spcAft>
                <a:spcPts val="0"/>
              </a:spcAft>
              <a:buClr>
                <a:schemeClr val="dk1"/>
              </a:buClr>
              <a:buSzPts val="1200"/>
              <a:buChar char="•"/>
              <a:defRPr sz="1200"/>
            </a:lvl6pPr>
            <a:lvl7pPr marL="3200400" lvl="6" indent="-304800" algn="l">
              <a:lnSpc>
                <a:spcPct val="100000"/>
              </a:lnSpc>
              <a:spcBef>
                <a:spcPts val="240"/>
              </a:spcBef>
              <a:spcAft>
                <a:spcPts val="0"/>
              </a:spcAft>
              <a:buClr>
                <a:schemeClr val="dk1"/>
              </a:buClr>
              <a:buSzPts val="1200"/>
              <a:buChar char="•"/>
              <a:defRPr sz="1200"/>
            </a:lvl7pPr>
            <a:lvl8pPr marL="3657600" lvl="7" indent="-304800" algn="l">
              <a:lnSpc>
                <a:spcPct val="100000"/>
              </a:lnSpc>
              <a:spcBef>
                <a:spcPts val="240"/>
              </a:spcBef>
              <a:spcAft>
                <a:spcPts val="0"/>
              </a:spcAft>
              <a:buClr>
                <a:schemeClr val="dk1"/>
              </a:buClr>
              <a:buSzPts val="1200"/>
              <a:buChar char="•"/>
              <a:defRPr sz="1200"/>
            </a:lvl8pPr>
            <a:lvl9pPr marL="4114800" lvl="8" indent="-304800" algn="l">
              <a:lnSpc>
                <a:spcPct val="100000"/>
              </a:lnSpc>
              <a:spcBef>
                <a:spcPts val="240"/>
              </a:spcBef>
              <a:spcAft>
                <a:spcPts val="0"/>
              </a:spcAft>
              <a:buClr>
                <a:schemeClr val="dk1"/>
              </a:buClr>
              <a:buSzPts val="1200"/>
              <a:buChar char="•"/>
              <a:defRPr sz="1200"/>
            </a:lvl9pPr>
          </a:lstStyle>
          <a:p>
            <a:endParaRPr/>
          </a:p>
        </p:txBody>
      </p:sp>
      <p:sp>
        <p:nvSpPr>
          <p:cNvPr id="170" name="Google Shape;170;p19"/>
          <p:cNvSpPr txBox="1">
            <a:spLocks noGrp="1"/>
          </p:cNvSpPr>
          <p:nvPr>
            <p:ph type="body" idx="3"/>
          </p:nvPr>
        </p:nvSpPr>
        <p:spPr>
          <a:xfrm>
            <a:off x="4724265" y="1151335"/>
            <a:ext cx="3962536" cy="47982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360"/>
              </a:spcBef>
              <a:spcAft>
                <a:spcPts val="0"/>
              </a:spcAft>
              <a:buClr>
                <a:srgbClr val="FCC90A"/>
              </a:buClr>
              <a:buSzPts val="1800"/>
              <a:buNone/>
              <a:defRPr sz="1800" b="1">
                <a:solidFill>
                  <a:srgbClr val="FCC90A"/>
                </a:solidFill>
              </a:defRPr>
            </a:lvl1pPr>
            <a:lvl2pPr marL="914400" lvl="1" indent="-228600" algn="l">
              <a:lnSpc>
                <a:spcPct val="100000"/>
              </a:lnSpc>
              <a:spcBef>
                <a:spcPts val="300"/>
              </a:spcBef>
              <a:spcAft>
                <a:spcPts val="0"/>
              </a:spcAft>
              <a:buClr>
                <a:schemeClr val="dk1"/>
              </a:buClr>
              <a:buSzPts val="1500"/>
              <a:buNone/>
              <a:defRPr sz="1500" b="1"/>
            </a:lvl2pPr>
            <a:lvl3pPr marL="1371600" lvl="2" indent="-228600" algn="l">
              <a:lnSpc>
                <a:spcPct val="100000"/>
              </a:lnSpc>
              <a:spcBef>
                <a:spcPts val="270"/>
              </a:spcBef>
              <a:spcAft>
                <a:spcPts val="0"/>
              </a:spcAft>
              <a:buClr>
                <a:schemeClr val="dk1"/>
              </a:buClr>
              <a:buSzPts val="1350"/>
              <a:buNone/>
              <a:defRPr sz="1350" b="1"/>
            </a:lvl3pPr>
            <a:lvl4pPr marL="1828800" lvl="3" indent="-228600" algn="l">
              <a:lnSpc>
                <a:spcPct val="100000"/>
              </a:lnSpc>
              <a:spcBef>
                <a:spcPts val="240"/>
              </a:spcBef>
              <a:spcAft>
                <a:spcPts val="0"/>
              </a:spcAft>
              <a:buClr>
                <a:srgbClr val="7F7F7F"/>
              </a:buClr>
              <a:buSzPts val="1200"/>
              <a:buNone/>
              <a:defRPr sz="1200" b="1"/>
            </a:lvl4pPr>
            <a:lvl5pPr marL="2286000" lvl="4" indent="-228600" algn="l">
              <a:lnSpc>
                <a:spcPct val="100000"/>
              </a:lnSpc>
              <a:spcBef>
                <a:spcPts val="240"/>
              </a:spcBef>
              <a:spcAft>
                <a:spcPts val="0"/>
              </a:spcAft>
              <a:buClr>
                <a:srgbClr val="7F7F7F"/>
              </a:buClr>
              <a:buSzPts val="1200"/>
              <a:buNone/>
              <a:defRPr sz="1200" b="1"/>
            </a:lvl5pPr>
            <a:lvl6pPr marL="2743200" lvl="5" indent="-228600" algn="l">
              <a:lnSpc>
                <a:spcPct val="100000"/>
              </a:lnSpc>
              <a:spcBef>
                <a:spcPts val="240"/>
              </a:spcBef>
              <a:spcAft>
                <a:spcPts val="0"/>
              </a:spcAft>
              <a:buClr>
                <a:schemeClr val="dk1"/>
              </a:buClr>
              <a:buSzPts val="1200"/>
              <a:buNone/>
              <a:defRPr sz="1200" b="1"/>
            </a:lvl6pPr>
            <a:lvl7pPr marL="3200400" lvl="6" indent="-228600" algn="l">
              <a:lnSpc>
                <a:spcPct val="100000"/>
              </a:lnSpc>
              <a:spcBef>
                <a:spcPts val="240"/>
              </a:spcBef>
              <a:spcAft>
                <a:spcPts val="0"/>
              </a:spcAft>
              <a:buClr>
                <a:schemeClr val="dk1"/>
              </a:buClr>
              <a:buSzPts val="1200"/>
              <a:buNone/>
              <a:defRPr sz="1200" b="1"/>
            </a:lvl7pPr>
            <a:lvl8pPr marL="3657600" lvl="7" indent="-228600" algn="l">
              <a:lnSpc>
                <a:spcPct val="100000"/>
              </a:lnSpc>
              <a:spcBef>
                <a:spcPts val="240"/>
              </a:spcBef>
              <a:spcAft>
                <a:spcPts val="0"/>
              </a:spcAft>
              <a:buClr>
                <a:schemeClr val="dk1"/>
              </a:buClr>
              <a:buSzPts val="1200"/>
              <a:buNone/>
              <a:defRPr sz="1200" b="1"/>
            </a:lvl8pPr>
            <a:lvl9pPr marL="4114800" lvl="8" indent="-228600" algn="l">
              <a:lnSpc>
                <a:spcPct val="100000"/>
              </a:lnSpc>
              <a:spcBef>
                <a:spcPts val="240"/>
              </a:spcBef>
              <a:spcAft>
                <a:spcPts val="0"/>
              </a:spcAft>
              <a:buClr>
                <a:schemeClr val="dk1"/>
              </a:buClr>
              <a:buSzPts val="1200"/>
              <a:buNone/>
              <a:defRPr sz="1200" b="1"/>
            </a:lvl9pPr>
          </a:lstStyle>
          <a:p>
            <a:endParaRPr/>
          </a:p>
        </p:txBody>
      </p:sp>
      <p:sp>
        <p:nvSpPr>
          <p:cNvPr id="171" name="Google Shape;171;p19"/>
          <p:cNvSpPr txBox="1">
            <a:spLocks noGrp="1"/>
          </p:cNvSpPr>
          <p:nvPr>
            <p:ph type="body" idx="4"/>
          </p:nvPr>
        </p:nvSpPr>
        <p:spPr>
          <a:xfrm>
            <a:off x="4724265" y="1631156"/>
            <a:ext cx="3962536" cy="2963466"/>
          </a:xfrm>
          <a:prstGeom prst="rect">
            <a:avLst/>
          </a:prstGeom>
          <a:noFill/>
          <a:ln>
            <a:noFill/>
          </a:ln>
        </p:spPr>
        <p:txBody>
          <a:bodyPr spcFirstLastPara="1" wrap="square" lIns="91425" tIns="45700" rIns="91425" bIns="45700" anchor="t" anchorCtr="0">
            <a:noAutofit/>
          </a:bodyPr>
          <a:lstStyle>
            <a:lvl1pPr marL="457200" lvl="0" indent="-228600" algn="l">
              <a:lnSpc>
                <a:spcPct val="100000"/>
              </a:lnSpc>
              <a:spcBef>
                <a:spcPts val="360"/>
              </a:spcBef>
              <a:spcAft>
                <a:spcPts val="0"/>
              </a:spcAft>
              <a:buClr>
                <a:schemeClr val="dk1"/>
              </a:buClr>
              <a:buSzPts val="1800"/>
              <a:buNone/>
              <a:defRPr sz="1800"/>
            </a:lvl1pPr>
            <a:lvl2pPr marL="914400" lvl="1" indent="-323850" algn="l">
              <a:lnSpc>
                <a:spcPct val="100000"/>
              </a:lnSpc>
              <a:spcBef>
                <a:spcPts val="300"/>
              </a:spcBef>
              <a:spcAft>
                <a:spcPts val="0"/>
              </a:spcAft>
              <a:buClr>
                <a:schemeClr val="dk1"/>
              </a:buClr>
              <a:buSzPts val="1500"/>
              <a:buChar char="•"/>
              <a:defRPr sz="1500"/>
            </a:lvl2pPr>
            <a:lvl3pPr marL="1371600" lvl="2" indent="-314325" algn="l">
              <a:lnSpc>
                <a:spcPct val="100000"/>
              </a:lnSpc>
              <a:spcBef>
                <a:spcPts val="270"/>
              </a:spcBef>
              <a:spcAft>
                <a:spcPts val="0"/>
              </a:spcAft>
              <a:buClr>
                <a:schemeClr val="dk1"/>
              </a:buClr>
              <a:buSzPts val="1350"/>
              <a:buChar char="o"/>
              <a:defRPr sz="1350"/>
            </a:lvl3pPr>
            <a:lvl4pPr marL="1828800" lvl="3" indent="-304800" algn="l">
              <a:lnSpc>
                <a:spcPct val="100000"/>
              </a:lnSpc>
              <a:spcBef>
                <a:spcPts val="240"/>
              </a:spcBef>
              <a:spcAft>
                <a:spcPts val="0"/>
              </a:spcAft>
              <a:buClr>
                <a:srgbClr val="7F7F7F"/>
              </a:buClr>
              <a:buSzPts val="1200"/>
              <a:buChar char="–"/>
              <a:defRPr sz="1200"/>
            </a:lvl4pPr>
            <a:lvl5pPr marL="2286000" lvl="4" indent="-304800" algn="l">
              <a:lnSpc>
                <a:spcPct val="100000"/>
              </a:lnSpc>
              <a:spcBef>
                <a:spcPts val="240"/>
              </a:spcBef>
              <a:spcAft>
                <a:spcPts val="0"/>
              </a:spcAft>
              <a:buClr>
                <a:srgbClr val="7F7F7F"/>
              </a:buClr>
              <a:buSzPts val="1200"/>
              <a:buChar char="»"/>
              <a:defRPr sz="1200"/>
            </a:lvl5pPr>
            <a:lvl6pPr marL="2743200" lvl="5" indent="-304800" algn="l">
              <a:lnSpc>
                <a:spcPct val="100000"/>
              </a:lnSpc>
              <a:spcBef>
                <a:spcPts val="240"/>
              </a:spcBef>
              <a:spcAft>
                <a:spcPts val="0"/>
              </a:spcAft>
              <a:buClr>
                <a:schemeClr val="dk1"/>
              </a:buClr>
              <a:buSzPts val="1200"/>
              <a:buChar char="•"/>
              <a:defRPr sz="1200"/>
            </a:lvl6pPr>
            <a:lvl7pPr marL="3200400" lvl="6" indent="-304800" algn="l">
              <a:lnSpc>
                <a:spcPct val="100000"/>
              </a:lnSpc>
              <a:spcBef>
                <a:spcPts val="240"/>
              </a:spcBef>
              <a:spcAft>
                <a:spcPts val="0"/>
              </a:spcAft>
              <a:buClr>
                <a:schemeClr val="dk1"/>
              </a:buClr>
              <a:buSzPts val="1200"/>
              <a:buChar char="•"/>
              <a:defRPr sz="1200"/>
            </a:lvl7pPr>
            <a:lvl8pPr marL="3657600" lvl="7" indent="-304800" algn="l">
              <a:lnSpc>
                <a:spcPct val="100000"/>
              </a:lnSpc>
              <a:spcBef>
                <a:spcPts val="240"/>
              </a:spcBef>
              <a:spcAft>
                <a:spcPts val="0"/>
              </a:spcAft>
              <a:buClr>
                <a:schemeClr val="dk1"/>
              </a:buClr>
              <a:buSzPts val="1200"/>
              <a:buChar char="•"/>
              <a:defRPr sz="1200"/>
            </a:lvl8pPr>
            <a:lvl9pPr marL="4114800" lvl="8" indent="-304800" algn="l">
              <a:lnSpc>
                <a:spcPct val="100000"/>
              </a:lnSpc>
              <a:spcBef>
                <a:spcPts val="240"/>
              </a:spcBef>
              <a:spcAft>
                <a:spcPts val="0"/>
              </a:spcAft>
              <a:buClr>
                <a:schemeClr val="dk1"/>
              </a:buClr>
              <a:buSzPts val="1200"/>
              <a:buChar char="•"/>
              <a:defRPr sz="1200"/>
            </a:lvl9pPr>
          </a:lstStyle>
          <a:p>
            <a:endParaRPr/>
          </a:p>
        </p:txBody>
      </p:sp>
      <p:sp>
        <p:nvSpPr>
          <p:cNvPr id="172" name="Google Shape;172;p19"/>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73" name="Google Shape;173;p19"/>
          <p:cNvSpPr txBox="1">
            <a:spLocks noGrp="1"/>
          </p:cNvSpPr>
          <p:nvPr>
            <p:ph type="title"/>
          </p:nvPr>
        </p:nvSpPr>
        <p:spPr>
          <a:xfrm>
            <a:off x="536408" y="237636"/>
            <a:ext cx="8140628" cy="857250"/>
          </a:xfrm>
          <a:prstGeom prst="rect">
            <a:avLst/>
          </a:prstGeom>
          <a:noFill/>
          <a:ln>
            <a:noFill/>
          </a:ln>
        </p:spPr>
        <p:txBody>
          <a:bodyPr spcFirstLastPara="1" wrap="square" lIns="91425" tIns="45700" rIns="91425" bIns="45700" anchor="ctr" anchorCtr="0">
            <a:normAutofit/>
          </a:bodyPr>
          <a:lstStyle>
            <a:lvl1pPr lvl="0" algn="l">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74" name="Google Shape;174;p19" descr="A close up of a logo  Description automatically generated"/>
          <p:cNvPicPr preferRelativeResize="0"/>
          <p:nvPr/>
        </p:nvPicPr>
        <p:blipFill rotWithShape="1">
          <a:blip r:embed="rId2">
            <a:alphaModFix/>
          </a:blip>
          <a:srcRect b="-4198"/>
          <a:stretch/>
        </p:blipFill>
        <p:spPr>
          <a:xfrm>
            <a:off x="0" y="0"/>
            <a:ext cx="876601" cy="796293"/>
          </a:xfrm>
          <a:prstGeom prst="rect">
            <a:avLst/>
          </a:prstGeom>
          <a:noFill/>
          <a:ln>
            <a:noFill/>
          </a:ln>
        </p:spPr>
      </p:pic>
      <p:grpSp>
        <p:nvGrpSpPr>
          <p:cNvPr id="175" name="Google Shape;175;p19"/>
          <p:cNvGrpSpPr/>
          <p:nvPr/>
        </p:nvGrpSpPr>
        <p:grpSpPr>
          <a:xfrm>
            <a:off x="182346" y="104249"/>
            <a:ext cx="570006" cy="4473696"/>
            <a:chOff x="182346" y="104249"/>
            <a:chExt cx="570006" cy="4473696"/>
          </a:xfrm>
        </p:grpSpPr>
        <p:pic>
          <p:nvPicPr>
            <p:cNvPr id="176" name="Google Shape;176;p19" descr="A close up of a logo  Description automatically generated"/>
            <p:cNvPicPr preferRelativeResize="0"/>
            <p:nvPr/>
          </p:nvPicPr>
          <p:blipFill rotWithShape="1">
            <a:blip r:embed="rId3">
              <a:alphaModFix/>
            </a:blip>
            <a:srcRect/>
            <a:stretch/>
          </p:blipFill>
          <p:spPr>
            <a:xfrm>
              <a:off x="182346" y="104249"/>
              <a:ext cx="570006" cy="538523"/>
            </a:xfrm>
            <a:prstGeom prst="rect">
              <a:avLst/>
            </a:prstGeom>
            <a:noFill/>
            <a:ln>
              <a:noFill/>
            </a:ln>
          </p:spPr>
        </p:pic>
        <p:sp>
          <p:nvSpPr>
            <p:cNvPr id="177" name="Google Shape;177;p19"/>
            <p:cNvSpPr/>
            <p:nvPr/>
          </p:nvSpPr>
          <p:spPr>
            <a:xfrm rot="5400000">
              <a:off x="-1801902" y="2538833"/>
              <a:ext cx="4023360" cy="54864"/>
            </a:xfrm>
            <a:prstGeom prst="rect">
              <a:avLst/>
            </a:prstGeom>
            <a:solidFill>
              <a:srgbClr val="FCC90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178"/>
        <p:cNvGrpSpPr/>
        <p:nvPr/>
      </p:nvGrpSpPr>
      <p:grpSpPr>
        <a:xfrm>
          <a:off x="0" y="0"/>
          <a:ext cx="0" cy="0"/>
          <a:chOff x="0" y="0"/>
          <a:chExt cx="0" cy="0"/>
        </a:xfrm>
      </p:grpSpPr>
      <p:sp>
        <p:nvSpPr>
          <p:cNvPr id="179" name="Google Shape;179;p20"/>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 Id="rId2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228600" y="170261"/>
            <a:ext cx="8769096" cy="857250"/>
          </a:xfrm>
          <a:prstGeom prst="rect">
            <a:avLst/>
          </a:prstGeom>
          <a:noFill/>
          <a:ln>
            <a:noFill/>
          </a:ln>
        </p:spPr>
        <p:txBody>
          <a:bodyPr spcFirstLastPara="1" wrap="square" lIns="91425" tIns="45700" rIns="91425" bIns="45700" anchor="ctr" anchorCtr="0">
            <a:normAutofit/>
          </a:bodyPr>
          <a:lstStyle>
            <a:lvl1pPr marR="0" lvl="0" algn="l" rtl="0">
              <a:lnSpc>
                <a:spcPct val="100000"/>
              </a:lnSpc>
              <a:spcBef>
                <a:spcPts val="0"/>
              </a:spcBef>
              <a:spcAft>
                <a:spcPts val="0"/>
              </a:spcAft>
              <a:buClr>
                <a:schemeClr val="dk1"/>
              </a:buClr>
              <a:buSzPts val="2200"/>
              <a:buFont typeface="Arial"/>
              <a:buNone/>
              <a:defRPr sz="2200" b="1"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
          <p:cNvSpPr txBox="1">
            <a:spLocks noGrp="1"/>
          </p:cNvSpPr>
          <p:nvPr>
            <p:ph type="body" idx="1"/>
          </p:nvPr>
        </p:nvSpPr>
        <p:spPr>
          <a:xfrm>
            <a:off x="228600" y="1126999"/>
            <a:ext cx="8769096" cy="3394472"/>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340"/>
              </a:spcBef>
              <a:spcAft>
                <a:spcPts val="0"/>
              </a:spcAft>
              <a:buClr>
                <a:schemeClr val="dk1"/>
              </a:buClr>
              <a:buSzPts val="1700"/>
              <a:buFont typeface="Arial"/>
              <a:buNone/>
              <a:defRPr sz="1700" b="0" i="0" u="none" strike="noStrike" cap="none">
                <a:solidFill>
                  <a:schemeClr val="dk1"/>
                </a:solidFill>
                <a:latin typeface="Arial"/>
                <a:ea typeface="Arial"/>
                <a:cs typeface="Arial"/>
                <a:sym typeface="Arial"/>
              </a:defRPr>
            </a:lvl1pPr>
            <a:lvl2pPr marL="914400" marR="0" lvl="1"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Arial"/>
                <a:ea typeface="Arial"/>
                <a:cs typeface="Arial"/>
                <a:sym typeface="Arial"/>
              </a:defRPr>
            </a:lvl2pPr>
            <a:lvl3pPr marL="1371600" marR="0" lvl="2" indent="-317500" algn="l" rtl="0">
              <a:lnSpc>
                <a:spcPct val="100000"/>
              </a:lnSpc>
              <a:spcBef>
                <a:spcPts val="280"/>
              </a:spcBef>
              <a:spcAft>
                <a:spcPts val="0"/>
              </a:spcAft>
              <a:buClr>
                <a:schemeClr val="dk1"/>
              </a:buClr>
              <a:buSzPts val="1400"/>
              <a:buFont typeface="Courier New"/>
              <a:buChar char="o"/>
              <a:defRPr sz="1400" b="0" i="0" u="none" strike="noStrike" cap="none">
                <a:solidFill>
                  <a:schemeClr val="dk1"/>
                </a:solidFill>
                <a:latin typeface="Arial"/>
                <a:ea typeface="Arial"/>
                <a:cs typeface="Arial"/>
                <a:sym typeface="Arial"/>
              </a:defRPr>
            </a:lvl3pPr>
            <a:lvl4pPr marL="1828800" marR="0" lvl="3" indent="-304800" algn="l" rtl="0">
              <a:lnSpc>
                <a:spcPct val="100000"/>
              </a:lnSpc>
              <a:spcBef>
                <a:spcPts val="240"/>
              </a:spcBef>
              <a:spcAft>
                <a:spcPts val="0"/>
              </a:spcAft>
              <a:buClr>
                <a:srgbClr val="7F7F7F"/>
              </a:buClr>
              <a:buSzPts val="1200"/>
              <a:buFont typeface="Arial"/>
              <a:buChar char="–"/>
              <a:defRPr sz="1200" b="0" i="0" u="none" strike="noStrike" cap="none">
                <a:solidFill>
                  <a:srgbClr val="7F7F7F"/>
                </a:solidFill>
                <a:latin typeface="Arial"/>
                <a:ea typeface="Arial"/>
                <a:cs typeface="Arial"/>
                <a:sym typeface="Arial"/>
              </a:defRPr>
            </a:lvl4pPr>
            <a:lvl5pPr marL="2286000" marR="0" lvl="4" indent="-292100" algn="l" rtl="0">
              <a:lnSpc>
                <a:spcPct val="100000"/>
              </a:lnSpc>
              <a:spcBef>
                <a:spcPts val="200"/>
              </a:spcBef>
              <a:spcAft>
                <a:spcPts val="0"/>
              </a:spcAft>
              <a:buClr>
                <a:srgbClr val="7F7F7F"/>
              </a:buClr>
              <a:buSzPts val="1000"/>
              <a:buFont typeface="Arial"/>
              <a:buChar char="»"/>
              <a:defRPr sz="1000" b="0" i="0" u="none" strike="noStrike" cap="none">
                <a:solidFill>
                  <a:srgbClr val="7F7F7F"/>
                </a:solidFill>
                <a:latin typeface="Arial"/>
                <a:ea typeface="Arial"/>
                <a:cs typeface="Arial"/>
                <a:sym typeface="Arial"/>
              </a:defRPr>
            </a:lvl5pPr>
            <a:lvl6pPr marL="2743200" marR="0" lvl="5"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6pPr>
            <a:lvl7pPr marL="3200400" marR="0" lvl="6"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7pPr>
            <a:lvl8pPr marL="3657600" marR="0" lvl="7"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8pPr>
            <a:lvl9pPr marL="4114800" marR="0" lvl="8" indent="-323850" algn="l" rtl="0">
              <a:lnSpc>
                <a:spcPct val="100000"/>
              </a:lnSpc>
              <a:spcBef>
                <a:spcPts val="3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sldNum" idx="12"/>
          </p:nvPr>
        </p:nvSpPr>
        <p:spPr>
          <a:xfrm>
            <a:off x="6975564" y="4826111"/>
            <a:ext cx="2133600" cy="273844"/>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13" name="Google Shape;13;p1"/>
          <p:cNvPicPr preferRelativeResize="0"/>
          <p:nvPr/>
        </p:nvPicPr>
        <p:blipFill rotWithShape="1">
          <a:blip r:embed="rId21">
            <a:alphaModFix/>
          </a:blip>
          <a:srcRect/>
          <a:stretch/>
        </p:blipFill>
        <p:spPr>
          <a:xfrm>
            <a:off x="80509" y="4720046"/>
            <a:ext cx="320286" cy="340980"/>
          </a:xfrm>
          <a:prstGeom prst="rect">
            <a:avLst/>
          </a:prstGeom>
          <a:noFill/>
          <a:ln>
            <a:noFill/>
          </a:ln>
        </p:spPr>
      </p:pic>
      <p:sp>
        <p:nvSpPr>
          <p:cNvPr id="14" name="Google Shape;14;p1"/>
          <p:cNvSpPr txBox="1"/>
          <p:nvPr/>
        </p:nvSpPr>
        <p:spPr>
          <a:xfrm>
            <a:off x="357250" y="4806164"/>
            <a:ext cx="2673331" cy="18466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600"/>
              <a:buFont typeface="Arial"/>
              <a:buNone/>
            </a:pPr>
            <a:r>
              <a:rPr lang="en-US" sz="600" b="0" i="0" u="none" strike="noStrike" cap="none">
                <a:solidFill>
                  <a:schemeClr val="dk1"/>
                </a:solidFill>
                <a:latin typeface="Arial"/>
                <a:ea typeface="Arial"/>
                <a:cs typeface="Arial"/>
                <a:sym typeface="Arial"/>
              </a:rPr>
              <a:t>CAL STATE LA </a:t>
            </a:r>
            <a:r>
              <a:rPr lang="en-US" sz="600" b="0" i="0" u="none" strike="noStrike" cap="none">
                <a:solidFill>
                  <a:srgbClr val="FCC90A"/>
                </a:solidFill>
                <a:latin typeface="Arial"/>
                <a:ea typeface="Arial"/>
                <a:cs typeface="Arial"/>
                <a:sym typeface="Arial"/>
              </a:rPr>
              <a:t> |   </a:t>
            </a:r>
            <a:r>
              <a:rPr lang="en-US" sz="600" b="0" i="0" u="none" strike="noStrike" cap="none">
                <a:solidFill>
                  <a:schemeClr val="dk1"/>
                </a:solidFill>
                <a:latin typeface="Arial"/>
                <a:ea typeface="Arial"/>
                <a:cs typeface="Arial"/>
                <a:sym typeface="Arial"/>
              </a:rPr>
              <a:t>Department of Computer Science</a:t>
            </a:r>
            <a:endParaRPr sz="1400" b="0" i="0" u="none" strike="noStrike" cap="none">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notesSlide" Target="../notesSlides/notes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21"/>
          <p:cNvSpPr txBox="1">
            <a:spLocks noGrp="1"/>
          </p:cNvSpPr>
          <p:nvPr>
            <p:ph type="subTitle" idx="1"/>
          </p:nvPr>
        </p:nvSpPr>
        <p:spPr>
          <a:xfrm>
            <a:off x="2103863" y="3465715"/>
            <a:ext cx="4906537" cy="1216814"/>
          </a:xfrm>
          <a:prstGeom prst="rect">
            <a:avLst/>
          </a:prstGeom>
          <a:noFill/>
          <a:ln>
            <a:noFill/>
          </a:ln>
        </p:spPr>
        <p:txBody>
          <a:bodyPr spcFirstLastPara="1" wrap="square" lIns="91425" tIns="45700" rIns="91425" bIns="45700" anchor="t" anchorCtr="0">
            <a:noAutofit/>
          </a:bodyPr>
          <a:lstStyle/>
          <a:p>
            <a:pPr marL="0" lvl="0" indent="0" algn="ctr" rtl="0">
              <a:lnSpc>
                <a:spcPct val="100000"/>
              </a:lnSpc>
              <a:spcBef>
                <a:spcPts val="0"/>
              </a:spcBef>
              <a:spcAft>
                <a:spcPts val="0"/>
              </a:spcAft>
              <a:buClr>
                <a:schemeClr val="dk1"/>
              </a:buClr>
              <a:buSzPts val="1700"/>
              <a:buNone/>
            </a:pPr>
            <a:r>
              <a:rPr lang="en-US">
                <a:solidFill>
                  <a:schemeClr val="dk1"/>
                </a:solidFill>
              </a:rPr>
              <a:t>Final 5-minute presentation</a:t>
            </a:r>
            <a:endParaRPr/>
          </a:p>
          <a:p>
            <a:pPr marL="0" lvl="0" indent="0" algn="ctr" rtl="0">
              <a:lnSpc>
                <a:spcPct val="100000"/>
              </a:lnSpc>
              <a:spcBef>
                <a:spcPts val="340"/>
              </a:spcBef>
              <a:spcAft>
                <a:spcPts val="0"/>
              </a:spcAft>
              <a:buClr>
                <a:schemeClr val="dk1"/>
              </a:buClr>
              <a:buSzPts val="1700"/>
              <a:buNone/>
            </a:pPr>
            <a:r>
              <a:rPr lang="en-US">
                <a:solidFill>
                  <a:schemeClr val="dk1"/>
                </a:solidFill>
              </a:rPr>
              <a:t>Advisor: Navid Amini, PhD</a:t>
            </a:r>
            <a:endParaRPr/>
          </a:p>
          <a:p>
            <a:pPr marL="0" lvl="0" indent="0" algn="ctr" rtl="0">
              <a:lnSpc>
                <a:spcPct val="100000"/>
              </a:lnSpc>
              <a:spcBef>
                <a:spcPts val="340"/>
              </a:spcBef>
              <a:spcAft>
                <a:spcPts val="0"/>
              </a:spcAft>
              <a:buClr>
                <a:srgbClr val="4A4F55"/>
              </a:buClr>
              <a:buSzPts val="1700"/>
              <a:buNone/>
            </a:pPr>
            <a:endParaRPr/>
          </a:p>
          <a:p>
            <a:pPr marL="0" lvl="0" indent="0" algn="ctr" rtl="0">
              <a:lnSpc>
                <a:spcPct val="100000"/>
              </a:lnSpc>
              <a:spcBef>
                <a:spcPts val="340"/>
              </a:spcBef>
              <a:spcAft>
                <a:spcPts val="0"/>
              </a:spcAft>
              <a:buClr>
                <a:srgbClr val="4A4F55"/>
              </a:buClr>
              <a:buSzPts val="1700"/>
              <a:buNone/>
            </a:pPr>
            <a:r>
              <a:rPr lang="en-US"/>
              <a:t>Department of Computer Science</a:t>
            </a:r>
            <a:endParaRPr/>
          </a:p>
          <a:p>
            <a:pPr marL="0" lvl="0" indent="0" algn="ctr" rtl="0">
              <a:lnSpc>
                <a:spcPct val="100000"/>
              </a:lnSpc>
              <a:spcBef>
                <a:spcPts val="340"/>
              </a:spcBef>
              <a:spcAft>
                <a:spcPts val="0"/>
              </a:spcAft>
              <a:buClr>
                <a:srgbClr val="4A4F55"/>
              </a:buClr>
              <a:buSzPts val="1700"/>
              <a:buNone/>
            </a:pPr>
            <a:endParaRPr/>
          </a:p>
        </p:txBody>
      </p:sp>
      <p:sp>
        <p:nvSpPr>
          <p:cNvPr id="187" name="Google Shape;187;p21"/>
          <p:cNvSpPr txBox="1"/>
          <p:nvPr/>
        </p:nvSpPr>
        <p:spPr>
          <a:xfrm>
            <a:off x="0" y="2112255"/>
            <a:ext cx="9144000" cy="64629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US" sz="3600" dirty="0">
                <a:solidFill>
                  <a:schemeClr val="dk1"/>
                </a:solidFill>
              </a:rPr>
              <a:t>Early Detection of Diabetic Retinopathy</a:t>
            </a:r>
            <a:endParaRPr sz="3600" dirty="0">
              <a:solidFill>
                <a:schemeClr val="dk1"/>
              </a:solidFill>
            </a:endParaRPr>
          </a:p>
        </p:txBody>
      </p:sp>
      <p:sp>
        <p:nvSpPr>
          <p:cNvPr id="4" name="TextBox 3">
            <a:extLst>
              <a:ext uri="{FF2B5EF4-FFF2-40B4-BE49-F238E27FC236}">
                <a16:creationId xmlns:a16="http://schemas.microsoft.com/office/drawing/2014/main" id="{EF837E60-3D38-F4EB-DDD8-AB78CC76A965}"/>
              </a:ext>
            </a:extLst>
          </p:cNvPr>
          <p:cNvSpPr txBox="1"/>
          <p:nvPr/>
        </p:nvSpPr>
        <p:spPr>
          <a:xfrm>
            <a:off x="8801100" y="4792436"/>
            <a:ext cx="342900" cy="261610"/>
          </a:xfrm>
          <a:prstGeom prst="rect">
            <a:avLst/>
          </a:prstGeom>
          <a:noFill/>
        </p:spPr>
        <p:txBody>
          <a:bodyPr wrap="square" rtlCol="0">
            <a:spAutoFit/>
          </a:bodyPr>
          <a:lstStyle/>
          <a:p>
            <a:r>
              <a:rPr lang="en-US" sz="1100" dirty="0"/>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r>
              <a:rPr lang="en-US" dirty="0">
                <a:solidFill>
                  <a:srgbClr val="121212"/>
                </a:solidFill>
              </a:rPr>
              <a:t>About Diabetic Retinopathy</a:t>
            </a:r>
            <a:endParaRPr sz="2200" b="1" dirty="0">
              <a:solidFill>
                <a:srgbClr val="121212"/>
              </a:solidFill>
              <a:latin typeface="Arial"/>
            </a:endParaRPr>
          </a:p>
        </p:txBody>
      </p:sp>
      <p:sp>
        <p:nvSpPr>
          <p:cNvPr id="3" name="TextBox 2"/>
          <p:cNvSpPr txBox="1"/>
          <p:nvPr/>
        </p:nvSpPr>
        <p:spPr>
          <a:xfrm>
            <a:off x="566928" y="960120"/>
            <a:ext cx="4937760" cy="256032"/>
          </a:xfrm>
          <a:prstGeom prst="rect">
            <a:avLst/>
          </a:prstGeom>
          <a:noFill/>
        </p:spPr>
        <p:txBody>
          <a:bodyPr wrap="square" lIns="27432" tIns="18288" rIns="27432" bIns="18288" anchor="t">
            <a:spAutoFit/>
          </a:bodyPr>
          <a:lstStyle/>
          <a:p>
            <a:pPr algn="l"/>
            <a:r>
              <a:rPr sz="1480" b="1" i="0">
                <a:solidFill>
                  <a:srgbClr val="121212"/>
                </a:solidFill>
                <a:latin typeface="Arial"/>
              </a:rPr>
              <a:t>The clinical burden is growing</a:t>
            </a:r>
          </a:p>
        </p:txBody>
      </p:sp>
      <p:sp>
        <p:nvSpPr>
          <p:cNvPr id="4" name="TextBox 3"/>
          <p:cNvSpPr txBox="1"/>
          <p:nvPr/>
        </p:nvSpPr>
        <p:spPr>
          <a:xfrm>
            <a:off x="566928" y="1243584"/>
            <a:ext cx="2903928" cy="553998"/>
          </a:xfrm>
          <a:prstGeom prst="rect">
            <a:avLst/>
          </a:prstGeom>
          <a:noFill/>
        </p:spPr>
        <p:txBody>
          <a:bodyPr wrap="square" lIns="27432" tIns="18288" rIns="27432" bIns="18288" anchor="t">
            <a:spAutoFit/>
          </a:bodyPr>
          <a:lstStyle/>
          <a:p>
            <a:pPr algn="l"/>
            <a:r>
              <a:rPr sz="1120" b="0" i="0" dirty="0">
                <a:solidFill>
                  <a:srgbClr val="121212"/>
                </a:solidFill>
                <a:latin typeface="Arial"/>
              </a:rPr>
              <a:t>Diabetes has expanded rapidly worldwide, increasing the number of people who need retinal screening for diabetic retinopathy.</a:t>
            </a:r>
          </a:p>
        </p:txBody>
      </p:sp>
      <p:sp>
        <p:nvSpPr>
          <p:cNvPr id="5" name="Rounded Rectangle 4"/>
          <p:cNvSpPr/>
          <p:nvPr/>
        </p:nvSpPr>
        <p:spPr>
          <a:xfrm>
            <a:off x="6916535" y="786384"/>
            <a:ext cx="1764792" cy="968308"/>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7097096" y="841818"/>
            <a:ext cx="73152" cy="914400"/>
          </a:xfrm>
          <a:prstGeom prst="rect">
            <a:avLst/>
          </a:prstGeom>
          <a:solidFill>
            <a:srgbClr val="00634A"/>
          </a:solidFill>
          <a:ln>
            <a:solidFill>
              <a:srgbClr val="006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223760" y="854408"/>
            <a:ext cx="1371600" cy="329184"/>
          </a:xfrm>
          <a:prstGeom prst="rect">
            <a:avLst/>
          </a:prstGeom>
          <a:noFill/>
        </p:spPr>
        <p:txBody>
          <a:bodyPr wrap="square" lIns="27432" tIns="18288" rIns="27432" bIns="18288" anchor="t">
            <a:spAutoFit/>
          </a:bodyPr>
          <a:lstStyle/>
          <a:p>
            <a:pPr algn="l"/>
            <a:r>
              <a:rPr sz="2300" b="1" i="0" dirty="0">
                <a:solidFill>
                  <a:srgbClr val="00634A"/>
                </a:solidFill>
                <a:latin typeface="Arial"/>
              </a:rPr>
              <a:t>151M</a:t>
            </a:r>
          </a:p>
        </p:txBody>
      </p:sp>
      <p:sp>
        <p:nvSpPr>
          <p:cNvPr id="8" name="TextBox 7"/>
          <p:cNvSpPr txBox="1"/>
          <p:nvPr/>
        </p:nvSpPr>
        <p:spPr>
          <a:xfrm>
            <a:off x="7236575" y="1204151"/>
            <a:ext cx="1371600" cy="402335"/>
          </a:xfrm>
          <a:prstGeom prst="rect">
            <a:avLst/>
          </a:prstGeom>
          <a:noFill/>
        </p:spPr>
        <p:txBody>
          <a:bodyPr wrap="square" lIns="27432" tIns="18288" rIns="27432" bIns="18288" anchor="t">
            <a:spAutoFit/>
          </a:bodyPr>
          <a:lstStyle/>
          <a:p>
            <a:pPr algn="l"/>
            <a:r>
              <a:rPr sz="1050" b="0" i="0" dirty="0">
                <a:solidFill>
                  <a:srgbClr val="121212"/>
                </a:solidFill>
                <a:latin typeface="Arial"/>
              </a:rPr>
              <a:t>adults living with diabetes
in 2000</a:t>
            </a:r>
          </a:p>
        </p:txBody>
      </p:sp>
      <p:sp>
        <p:nvSpPr>
          <p:cNvPr id="9" name="Rounded Rectangle 8"/>
          <p:cNvSpPr/>
          <p:nvPr/>
        </p:nvSpPr>
        <p:spPr>
          <a:xfrm>
            <a:off x="6916535" y="2024253"/>
            <a:ext cx="1764792" cy="962406"/>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7097096" y="2075688"/>
            <a:ext cx="73152" cy="914400"/>
          </a:xfrm>
          <a:prstGeom prst="rect">
            <a:avLst/>
          </a:prstGeom>
          <a:solidFill>
            <a:srgbClr val="00634A"/>
          </a:solidFill>
          <a:ln>
            <a:solidFill>
              <a:srgbClr val="006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236575" y="2065972"/>
            <a:ext cx="1371600" cy="329184"/>
          </a:xfrm>
          <a:prstGeom prst="rect">
            <a:avLst/>
          </a:prstGeom>
          <a:noFill/>
        </p:spPr>
        <p:txBody>
          <a:bodyPr wrap="square" lIns="27432" tIns="18288" rIns="27432" bIns="18288" anchor="t">
            <a:spAutoFit/>
          </a:bodyPr>
          <a:lstStyle/>
          <a:p>
            <a:pPr algn="l"/>
            <a:r>
              <a:rPr sz="2300" b="1" i="0" dirty="0">
                <a:solidFill>
                  <a:srgbClr val="00634A"/>
                </a:solidFill>
                <a:latin typeface="Arial"/>
              </a:rPr>
              <a:t>589M</a:t>
            </a:r>
          </a:p>
        </p:txBody>
      </p:sp>
      <p:sp>
        <p:nvSpPr>
          <p:cNvPr id="12" name="TextBox 11"/>
          <p:cNvSpPr txBox="1"/>
          <p:nvPr/>
        </p:nvSpPr>
        <p:spPr>
          <a:xfrm>
            <a:off x="7236575" y="2396488"/>
            <a:ext cx="1371600" cy="402335"/>
          </a:xfrm>
          <a:prstGeom prst="rect">
            <a:avLst/>
          </a:prstGeom>
          <a:noFill/>
        </p:spPr>
        <p:txBody>
          <a:bodyPr wrap="square" lIns="27432" tIns="18288" rIns="27432" bIns="18288" anchor="t">
            <a:spAutoFit/>
          </a:bodyPr>
          <a:lstStyle/>
          <a:p>
            <a:pPr algn="l"/>
            <a:r>
              <a:rPr sz="1050" b="0" i="0" dirty="0">
                <a:solidFill>
                  <a:srgbClr val="121212"/>
                </a:solidFill>
                <a:latin typeface="Arial"/>
              </a:rPr>
              <a:t>adults living with diabetes
in 2024</a:t>
            </a:r>
          </a:p>
        </p:txBody>
      </p:sp>
      <p:sp>
        <p:nvSpPr>
          <p:cNvPr id="13" name="Rounded Rectangle 12"/>
          <p:cNvSpPr/>
          <p:nvPr/>
        </p:nvSpPr>
        <p:spPr>
          <a:xfrm>
            <a:off x="6922008" y="3168634"/>
            <a:ext cx="1759319" cy="1043079"/>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097096" y="3297313"/>
            <a:ext cx="73152" cy="914400"/>
          </a:xfrm>
          <a:prstGeom prst="rect">
            <a:avLst/>
          </a:prstGeom>
          <a:solidFill>
            <a:srgbClr val="FFCD00"/>
          </a:solidFill>
          <a:ln>
            <a:solidFill>
              <a:srgbClr val="FFC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236575" y="3254694"/>
            <a:ext cx="1444752" cy="329184"/>
          </a:xfrm>
          <a:prstGeom prst="rect">
            <a:avLst/>
          </a:prstGeom>
          <a:noFill/>
        </p:spPr>
        <p:txBody>
          <a:bodyPr wrap="square" lIns="27432" tIns="18288" rIns="27432" bIns="18288" anchor="t">
            <a:spAutoFit/>
          </a:bodyPr>
          <a:lstStyle/>
          <a:p>
            <a:pPr algn="l"/>
            <a:r>
              <a:rPr sz="2300" b="1" i="0" dirty="0">
                <a:solidFill>
                  <a:srgbClr val="FFCD00"/>
                </a:solidFill>
                <a:latin typeface="Arial"/>
              </a:rPr>
              <a:t>+290%</a:t>
            </a:r>
          </a:p>
        </p:txBody>
      </p:sp>
      <p:sp>
        <p:nvSpPr>
          <p:cNvPr id="16" name="TextBox 15"/>
          <p:cNvSpPr txBox="1"/>
          <p:nvPr/>
        </p:nvSpPr>
        <p:spPr>
          <a:xfrm>
            <a:off x="7236316" y="3661392"/>
            <a:ext cx="1346487" cy="360099"/>
          </a:xfrm>
          <a:prstGeom prst="rect">
            <a:avLst/>
          </a:prstGeom>
          <a:noFill/>
        </p:spPr>
        <p:txBody>
          <a:bodyPr wrap="square" lIns="27432" tIns="18288" rIns="27432" bIns="18288" anchor="t">
            <a:spAutoFit/>
          </a:bodyPr>
          <a:lstStyle/>
          <a:p>
            <a:pPr algn="l"/>
            <a:r>
              <a:rPr sz="1050" b="0" i="0" dirty="0">
                <a:solidFill>
                  <a:srgbClr val="121212"/>
                </a:solidFill>
                <a:latin typeface="Arial"/>
              </a:rPr>
              <a:t>observed increase in
screening population</a:t>
            </a:r>
          </a:p>
        </p:txBody>
      </p:sp>
      <p:pic>
        <p:nvPicPr>
          <p:cNvPr id="17" name="Picture 16" descr="diabetes_growth_chart.png"/>
          <p:cNvPicPr>
            <a:picLocks noChangeAspect="1"/>
          </p:cNvPicPr>
          <p:nvPr/>
        </p:nvPicPr>
        <p:blipFill>
          <a:blip r:embed="rId2"/>
          <a:stretch>
            <a:fillRect/>
          </a:stretch>
        </p:blipFill>
        <p:spPr>
          <a:xfrm>
            <a:off x="528113" y="2361462"/>
            <a:ext cx="5331355" cy="2253949"/>
          </a:xfrm>
          <a:prstGeom prst="rect">
            <a:avLst/>
          </a:prstGeom>
        </p:spPr>
      </p:pic>
      <p:sp>
        <p:nvSpPr>
          <p:cNvPr id="18" name="TextBox 17"/>
          <p:cNvSpPr txBox="1"/>
          <p:nvPr/>
        </p:nvSpPr>
        <p:spPr>
          <a:xfrm>
            <a:off x="3743567" y="989267"/>
            <a:ext cx="2286000" cy="228600"/>
          </a:xfrm>
          <a:prstGeom prst="rect">
            <a:avLst/>
          </a:prstGeom>
          <a:noFill/>
        </p:spPr>
        <p:txBody>
          <a:bodyPr wrap="square" lIns="27432" tIns="18288" rIns="27432" bIns="18288" anchor="t">
            <a:spAutoFit/>
          </a:bodyPr>
          <a:lstStyle/>
          <a:p>
            <a:pPr algn="l"/>
            <a:r>
              <a:rPr sz="1300" b="1" i="0" dirty="0">
                <a:solidFill>
                  <a:srgbClr val="3D5F84"/>
                </a:solidFill>
                <a:latin typeface="Arial"/>
              </a:rPr>
              <a:t>Observed growth over time</a:t>
            </a:r>
          </a:p>
        </p:txBody>
      </p:sp>
      <p:sp>
        <p:nvSpPr>
          <p:cNvPr id="19" name="TextBox 18"/>
          <p:cNvSpPr txBox="1"/>
          <p:nvPr/>
        </p:nvSpPr>
        <p:spPr>
          <a:xfrm>
            <a:off x="3743567" y="1243584"/>
            <a:ext cx="2240280" cy="731520"/>
          </a:xfrm>
          <a:prstGeom prst="rect">
            <a:avLst/>
          </a:prstGeom>
          <a:noFill/>
        </p:spPr>
        <p:txBody>
          <a:bodyPr wrap="square" lIns="27432" tIns="18288" rIns="27432" bIns="18288" anchor="t">
            <a:spAutoFit/>
          </a:bodyPr>
          <a:lstStyle/>
          <a:p>
            <a:pPr algn="l"/>
            <a:r>
              <a:rPr sz="1100" b="0" i="0" dirty="0">
                <a:solidFill>
                  <a:srgbClr val="121212"/>
                </a:solidFill>
                <a:latin typeface="Arial"/>
              </a:rPr>
              <a:t>More patients means more fundus images to grade - and more pressure for fast triage.</a:t>
            </a:r>
          </a:p>
        </p:txBody>
      </p:sp>
      <p:sp>
        <p:nvSpPr>
          <p:cNvPr id="21" name="TextBox 20">
            <a:extLst>
              <a:ext uri="{FF2B5EF4-FFF2-40B4-BE49-F238E27FC236}">
                <a16:creationId xmlns:a16="http://schemas.microsoft.com/office/drawing/2014/main" id="{130AF627-36D3-95EE-AFDE-3CCF0DD2912C}"/>
              </a:ext>
            </a:extLst>
          </p:cNvPr>
          <p:cNvSpPr txBox="1"/>
          <p:nvPr/>
        </p:nvSpPr>
        <p:spPr>
          <a:xfrm>
            <a:off x="8801100" y="4792436"/>
            <a:ext cx="342900" cy="261610"/>
          </a:xfrm>
          <a:prstGeom prst="rect">
            <a:avLst/>
          </a:prstGeom>
          <a:noFill/>
        </p:spPr>
        <p:txBody>
          <a:bodyPr wrap="square" rtlCol="0">
            <a:spAutoFit/>
          </a:bodyPr>
          <a:lstStyle/>
          <a:p>
            <a:r>
              <a:rPr lang="en-US" sz="1100" dirty="0"/>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Why Screening Needs Help</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The clinical pathway breaks down before an image is graded</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3</a:t>
            </a:r>
          </a:p>
        </p:txBody>
      </p:sp>
      <p:sp>
        <p:nvSpPr>
          <p:cNvPr id="201" name="Bullets"/>
          <p:cNvSpPr/>
          <p:nvPr/>
        </p:nvSpPr>
        <p:spPr>
          <a:xfrm>
            <a:off x="502920" y="1280160"/>
            <a:ext cx="8138160" cy="292608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500" b="1">
                <a:solidFill>
                  <a:srgbClr val="121212"/>
                </a:solidFill>
                <a:latin typeface="Arial"/>
              </a:rPr>
              <a:t>• Coverage gap: </a:t>
            </a:r>
            <a:r>
              <a:rPr sz="1400" b="0">
                <a:solidFill>
                  <a:srgbClr val="3a3a3a"/>
                </a:solidFill>
                <a:latin typeface="Arial"/>
              </a:rPr>
              <a:t>about 60% of people with diabetes do not get an annual eye exam</a:t>
            </a:r>
          </a:p>
          <a:p>
            <a:pPr algn="l">
              <a:spcAft>
                <a:spcPts val="900"/>
              </a:spcAft>
            </a:pPr>
            <a:r>
              <a:rPr sz="1500" b="1">
                <a:solidFill>
                  <a:srgbClr val="121212"/>
                </a:solidFill>
                <a:latin typeface="Arial"/>
              </a:rPr>
              <a:t>• Capacity gap: </a:t>
            </a:r>
            <a:r>
              <a:rPr sz="1400" b="0">
                <a:solidFill>
                  <a:srgbClr val="3a3a3a"/>
                </a:solidFill>
                <a:latin typeface="Arial"/>
              </a:rPr>
              <a:t>more images need more grading time and specialist review</a:t>
            </a:r>
          </a:p>
          <a:p>
            <a:pPr algn="l">
              <a:spcAft>
                <a:spcPts val="900"/>
              </a:spcAft>
            </a:pPr>
            <a:r>
              <a:rPr sz="1500" b="1">
                <a:solidFill>
                  <a:srgbClr val="121212"/>
                </a:solidFill>
                <a:latin typeface="Arial"/>
              </a:rPr>
              <a:t>• Safety gap: </a:t>
            </a:r>
            <a:r>
              <a:rPr sz="1400" b="0">
                <a:solidFill>
                  <a:srgbClr val="3a3a3a"/>
                </a:solidFill>
                <a:latin typeface="Arial"/>
              </a:rPr>
              <a:t>early disease has no symptoms, so late detection lets preventable vision loss progress</a:t>
            </a:r>
          </a:p>
          <a:p>
            <a:pPr algn="l">
              <a:spcAft>
                <a:spcPts val="900"/>
              </a:spcAft>
            </a:pPr>
            <a:r>
              <a:rPr sz="1500" b="1">
                <a:solidFill>
                  <a:srgbClr val="121212"/>
                </a:solidFill>
                <a:latin typeface="Arial"/>
              </a:rPr>
              <a:t>• The need: </a:t>
            </a:r>
            <a:r>
              <a:rPr sz="1400" b="0">
                <a:solidFill>
                  <a:srgbClr val="3a3a3a"/>
                </a:solidFill>
                <a:latin typeface="Arial"/>
              </a:rPr>
              <a:t>rapid, consistent triage right after the fundus image is captured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Early DR: Where AI Can Help Most</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Grades 1-2, before symptoms appear</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4</a:t>
            </a:r>
          </a:p>
        </p:txBody>
      </p:sp>
      <p:sp>
        <p:nvSpPr>
          <p:cNvPr id="201" name="Bullets"/>
          <p:cNvSpPr/>
          <p:nvPr/>
        </p:nvSpPr>
        <p:spPr>
          <a:xfrm>
            <a:off x="502920" y="1280160"/>
            <a:ext cx="8138160" cy="292608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500" b="1">
                <a:solidFill>
                  <a:srgbClr val="121212"/>
                </a:solidFill>
                <a:latin typeface="Arial"/>
              </a:rPr>
              <a:t>• Silent stage: </a:t>
            </a:r>
            <a:r>
              <a:rPr sz="1400" b="0">
                <a:solidFill>
                  <a:srgbClr val="3a3a3a"/>
                </a:solidFill>
                <a:latin typeface="Arial"/>
              </a:rPr>
              <a:t>grades 1-2 cause no symptoms, so patients rarely seek care until later</a:t>
            </a:r>
          </a:p>
          <a:p>
            <a:pPr algn="l">
              <a:spcAft>
                <a:spcPts val="900"/>
              </a:spcAft>
            </a:pPr>
            <a:r>
              <a:rPr sz="1500" b="1">
                <a:solidFill>
                  <a:srgbClr val="121212"/>
                </a:solidFill>
                <a:latin typeface="Arial"/>
              </a:rPr>
              <a:t>• Under-studied target: </a:t>
            </a:r>
            <a:r>
              <a:rPr sz="1400" b="0">
                <a:solidFill>
                  <a:srgbClr val="3a3a3a"/>
                </a:solidFill>
                <a:latin typeface="Arial"/>
              </a:rPr>
              <a:t>much well-known work, such as Gulshan et al. (2016), targets referable DR (moderate or worse)</a:t>
            </a:r>
          </a:p>
          <a:p>
            <a:pPr algn="l">
              <a:spcAft>
                <a:spcPts val="900"/>
              </a:spcAft>
            </a:pPr>
            <a:r>
              <a:rPr sz="1500" b="1">
                <a:solidFill>
                  <a:srgbClr val="121212"/>
                </a:solidFill>
                <a:latin typeface="Arial"/>
              </a:rPr>
              <a:t>• A gap in the evidence: </a:t>
            </a:r>
            <a:r>
              <a:rPr sz="1400" b="0">
                <a:solidFill>
                  <a:srgbClr val="3a3a3a"/>
                </a:solidFill>
                <a:latin typeface="Arial"/>
              </a:rPr>
              <a:t>I found no study reporting early-DR sensitivity at a pre-set specificity</a:t>
            </a:r>
          </a:p>
          <a:p>
            <a:pPr algn="l">
              <a:spcAft>
                <a:spcPts val="900"/>
              </a:spcAft>
            </a:pPr>
            <a:r>
              <a:rPr sz="1500" b="1">
                <a:solidFill>
                  <a:srgbClr val="121212"/>
                </a:solidFill>
                <a:latin typeface="Arial"/>
              </a:rPr>
              <a:t>• The tool: </a:t>
            </a:r>
            <a:r>
              <a:rPr sz="1400" b="0">
                <a:solidFill>
                  <a:srgbClr val="3a3a3a"/>
                </a:solidFill>
                <a:latin typeface="Arial"/>
              </a:rPr>
              <a:t>a triage aid, not a replacement: a calibrated early-DR probability so the ophthalmologist sees high-risk images first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The Gap: Merged Datasets Are Not Tested</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Why this project is needed</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5</a:t>
            </a:r>
          </a:p>
        </p:txBody>
      </p:sp>
      <p:sp>
        <p:nvSpPr>
          <p:cNvPr id="201" name="Bullets"/>
          <p:cNvSpPr/>
          <p:nvPr/>
        </p:nvSpPr>
        <p:spPr>
          <a:xfrm>
            <a:off x="502920" y="1280160"/>
            <a:ext cx="8138160" cy="292608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300" b="1">
                <a:solidFill>
                  <a:srgbClr val="121212"/>
                </a:solidFill>
                <a:latin typeface="Arial"/>
              </a:rPr>
              <a:t>• Pooling is common: </a:t>
            </a:r>
            <a:r>
              <a:rPr sz="1200" b="0">
                <a:solidFill>
                  <a:srgbClr val="3a3a3a"/>
                </a:solidFill>
                <a:latin typeface="Arial"/>
              </a:rPr>
              <a:t>public medical-image datasets are combined to get more training data; here DDR, EyePACS and APTOS</a:t>
            </a:r>
          </a:p>
          <a:p>
            <a:pPr algn="l">
              <a:spcAft>
                <a:spcPts val="900"/>
              </a:spcAft>
            </a:pPr>
            <a:r>
              <a:rPr sz="1300" b="1">
                <a:solidFill>
                  <a:srgbClr val="121212"/>
                </a:solidFill>
                <a:latin typeface="Arial"/>
              </a:rPr>
              <a:t>• An untested assumption: </a:t>
            </a:r>
            <a:r>
              <a:rPr sz="1200" b="0">
                <a:solidFill>
                  <a:srgbClr val="3a3a3a"/>
                </a:solidFill>
                <a:latin typeface="Arial"/>
              </a:rPr>
              <a:t>a 2025 DR review notes that multi-dataset training can mask poor external generalization</a:t>
            </a:r>
          </a:p>
          <a:p>
            <a:pPr algn="l">
              <a:spcAft>
                <a:spcPts val="900"/>
              </a:spcAft>
            </a:pPr>
            <a:r>
              <a:rPr sz="1300" b="1">
                <a:solidFill>
                  <a:srgbClr val="121212"/>
                </a:solidFill>
                <a:latin typeface="Arial"/>
              </a:rPr>
              <a:t>• Known in other fields: </a:t>
            </a:r>
            <a:r>
              <a:rPr sz="1200" b="0">
                <a:solidFill>
                  <a:srgbClr val="3a3a3a"/>
                </a:solidFill>
                <a:latin typeface="Arial"/>
              </a:rPr>
              <a:t>models have learned hospital or scanner site instead of disease in chest X-rays (Zech 2018; DeGrave 2021) and dataset identity in general (Torralba and Efros 2011)</a:t>
            </a:r>
          </a:p>
          <a:p>
            <a:pPr algn="l">
              <a:spcAft>
                <a:spcPts val="900"/>
              </a:spcAft>
            </a:pPr>
            <a:r>
              <a:rPr sz="1300" b="1">
                <a:solidFill>
                  <a:srgbClr val="121212"/>
                </a:solidFill>
                <a:latin typeface="Arial"/>
              </a:rPr>
              <a:t>• Not found for early DR: </a:t>
            </a:r>
            <a:r>
              <a:rPr sz="1200" b="0">
                <a:solidFill>
                  <a:srgbClr val="3a3a3a"/>
                </a:solidFill>
                <a:latin typeface="Arial"/>
              </a:rPr>
              <a:t>a study testing whether a merged model learns the disease or the source, or which image properties carry it</a:t>
            </a:r>
          </a:p>
          <a:p>
            <a:pPr algn="l">
              <a:spcAft>
                <a:spcPts val="900"/>
              </a:spcAft>
            </a:pPr>
            <a:r>
              <a:rPr sz="1300" b="1">
                <a:solidFill>
                  <a:srgbClr val="121212"/>
                </a:solidFill>
                <a:latin typeface="Arial"/>
              </a:rPr>
              <a:t>• Hidden failures: </a:t>
            </a:r>
            <a:r>
              <a:rPr sz="1200" b="0">
                <a:solidFill>
                  <a:srgbClr val="3a3a3a"/>
                </a:solidFill>
                <a:latin typeface="Arial"/>
              </a:rPr>
              <a:t>in-domain accuracy or AUROC can look excellent while a model over-flags, uses capture cues or misses its target at a new site</a:t>
            </a:r>
          </a:p>
          <a:p>
            <a:pPr algn="l">
              <a:spcAft>
                <a:spcPts val="900"/>
              </a:spcAft>
            </a:pPr>
            <a:r>
              <a:rPr sz="1300" b="1">
                <a:solidFill>
                  <a:srgbClr val="121212"/>
                </a:solidFill>
                <a:latin typeface="Arial"/>
              </a:rPr>
              <a:t>• Why it matters: </a:t>
            </a:r>
            <a:r>
              <a:rPr sz="1200" b="0">
                <a:solidFill>
                  <a:srgbClr val="3a3a3a"/>
                </a:solidFill>
                <a:latin typeface="Arial"/>
              </a:rPr>
              <a:t>an over-flagging tool overloads graders; an under-flagging one misses early disease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Research Questions</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Dataset merging in general, with early DR as the case study</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6</a:t>
            </a:r>
          </a:p>
        </p:txBody>
      </p:sp>
      <p:sp>
        <p:nvSpPr>
          <p:cNvPr id="201" name="Bullets"/>
          <p:cNvSpPr/>
          <p:nvPr/>
        </p:nvSpPr>
        <p:spPr>
          <a:xfrm>
            <a:off x="502920" y="1280160"/>
            <a:ext cx="8138160" cy="297180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350" b="1">
                <a:solidFill>
                  <a:srgbClr val="121212"/>
                </a:solidFill>
                <a:latin typeface="Arial"/>
              </a:rPr>
              <a:t>• Main question: </a:t>
            </a:r>
            <a:r>
              <a:rPr sz="1250" b="0">
                <a:solidFill>
                  <a:srgbClr val="3a3a3a"/>
                </a:solidFill>
                <a:latin typeface="Arial"/>
              </a:rPr>
              <a:t>when medical-image datasets are merged, does a model learn the condition or the source? Case study: early DR, grades 1-2</a:t>
            </a:r>
          </a:p>
          <a:p>
            <a:pPr algn="l">
              <a:spcAft>
                <a:spcPts val="900"/>
              </a:spcAft>
            </a:pPr>
            <a:r>
              <a:rPr sz="1350" b="1">
                <a:solidFill>
                  <a:srgbClr val="121212"/>
                </a:solidFill>
                <a:latin typeface="Arial"/>
              </a:rPr>
              <a:t>• RQ1 (the merge): </a:t>
            </a:r>
            <a:r>
              <a:rPr sz="1250" b="0">
                <a:solidFill>
                  <a:srgbClr val="3a3a3a"/>
                </a:solidFill>
                <a:latin typeface="Arial"/>
              </a:rPr>
              <a:t>does adding a second source improve sensitivity at a fixed specificity on unseen sources? A negative-control merge tests it</a:t>
            </a:r>
          </a:p>
          <a:p>
            <a:pPr algn="l">
              <a:spcAft>
                <a:spcPts val="900"/>
              </a:spcAft>
            </a:pPr>
            <a:r>
              <a:rPr sz="1350" b="1">
                <a:solidFill>
                  <a:srgbClr val="121212"/>
                </a:solidFill>
                <a:latin typeface="Arial"/>
              </a:rPr>
              <a:t>• RQ2 (the threshold): </a:t>
            </a:r>
            <a:r>
              <a:rPr sz="1250" b="0">
                <a:solidFill>
                  <a:srgbClr val="3a3a3a"/>
                </a:solidFill>
                <a:latin typeface="Arial"/>
              </a:rPr>
              <a:t>does a threshold frozen on validation survive a change of source? AUROC can hide over-flagging or missed cases</a:t>
            </a:r>
          </a:p>
          <a:p>
            <a:pPr algn="l">
              <a:spcAft>
                <a:spcPts val="900"/>
              </a:spcAft>
            </a:pPr>
            <a:r>
              <a:rPr sz="1350" b="1">
                <a:solidFill>
                  <a:srgbClr val="121212"/>
                </a:solidFill>
                <a:latin typeface="Arial"/>
              </a:rPr>
              <a:t>• RQ3 (image properties): </a:t>
            </a:r>
            <a:r>
              <a:rPr sz="1250" b="0">
                <a:solidFill>
                  <a:srgbClr val="3a3a3a"/>
                </a:solidFill>
                <a:latin typeface="Arial"/>
              </a:rPr>
              <a:t>which properties differ between sources (size, quality, brightness, colour, sharpness; camera proxies) and how do they affect what a merged model learns?</a:t>
            </a:r>
          </a:p>
        </p:txBody>
      </p:sp>
      <p:sp>
        <p:nvSpPr>
          <p:cNvPr id="202"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The contribution is a protocol to test merged-data models before trusting them, not a new network.</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Relevant Works</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Data, methods and prior evidence this project builds on</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7</a:t>
            </a:r>
          </a:p>
        </p:txBody>
      </p:sp>
      <p:sp>
        <p:nvSpPr>
          <p:cNvPr id="201" name="Bullets"/>
          <p:cNvSpPr/>
          <p:nvPr/>
        </p:nvSpPr>
        <p:spPr>
          <a:xfrm>
            <a:off x="502920" y="1280160"/>
            <a:ext cx="8138160" cy="297180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300" b="1">
                <a:solidFill>
                  <a:srgbClr val="121212"/>
                </a:solidFill>
                <a:latin typeface="Arial"/>
              </a:rPr>
              <a:t>• Gulshan et al. (2016): </a:t>
            </a:r>
            <a:r>
              <a:rPr sz="1200" b="0">
                <a:solidFill>
                  <a:srgbClr val="3a3a3a"/>
                </a:solidFill>
                <a:latin typeface="Arial"/>
              </a:rPr>
              <a:t>deep learning for referable DR; this project targets early DR</a:t>
            </a:r>
          </a:p>
          <a:p>
            <a:pPr algn="l">
              <a:spcAft>
                <a:spcPts val="900"/>
              </a:spcAft>
            </a:pPr>
            <a:r>
              <a:rPr sz="1300" b="1">
                <a:solidFill>
                  <a:srgbClr val="121212"/>
                </a:solidFill>
                <a:latin typeface="Arial"/>
              </a:rPr>
              <a:t>• DDR, EyePACS, APTOS: </a:t>
            </a:r>
            <a:r>
              <a:rPr sz="1200" b="0">
                <a:solidFill>
                  <a:srgbClr val="3a3a3a"/>
                </a:solidFill>
                <a:latin typeface="Arial"/>
              </a:rPr>
              <a:t>my three data sources, used for training, held-out and external testing</a:t>
            </a:r>
          </a:p>
          <a:p>
            <a:pPr algn="l">
              <a:spcAft>
                <a:spcPts val="900"/>
              </a:spcAft>
            </a:pPr>
            <a:r>
              <a:rPr sz="1300" b="1">
                <a:solidFill>
                  <a:srgbClr val="121212"/>
                </a:solidFill>
                <a:latin typeface="Arial"/>
              </a:rPr>
              <a:t>• Guo et al. (2017): </a:t>
            </a:r>
            <a:r>
              <a:rPr sz="1200" b="0">
                <a:solidFill>
                  <a:srgbClr val="3a3a3a"/>
                </a:solidFill>
                <a:latin typeface="Arial"/>
              </a:rPr>
              <a:t>temperature scaling, used for calibrated probabilities</a:t>
            </a:r>
          </a:p>
          <a:p>
            <a:pPr algn="l">
              <a:spcAft>
                <a:spcPts val="900"/>
              </a:spcAft>
            </a:pPr>
            <a:r>
              <a:rPr sz="1300" b="1">
                <a:solidFill>
                  <a:srgbClr val="121212"/>
                </a:solidFill>
                <a:latin typeface="Arial"/>
              </a:rPr>
              <a:t>• Dataset bias and shortcuts: </a:t>
            </a:r>
            <a:r>
              <a:rPr sz="1200" b="0">
                <a:solidFill>
                  <a:srgbClr val="3a3a3a"/>
                </a:solidFill>
                <a:latin typeface="Arial"/>
              </a:rPr>
              <a:t>Torralba and Efros (2011), Geirhos et al. (2020), Zech et al. (2018), DeGrave et al. (2021): models learn dataset or site cues</a:t>
            </a:r>
          </a:p>
          <a:p>
            <a:pPr algn="l">
              <a:spcAft>
                <a:spcPts val="900"/>
              </a:spcAft>
            </a:pPr>
            <a:r>
              <a:rPr sz="1300" b="1">
                <a:solidFill>
                  <a:srgbClr val="121212"/>
                </a:solidFill>
                <a:latin typeface="Arial"/>
              </a:rPr>
              <a:t>• DR reviews and camera studies: </a:t>
            </a:r>
            <a:r>
              <a:rPr sz="1200" b="0">
                <a:solidFill>
                  <a:srgbClr val="3a3a3a"/>
                </a:solidFill>
                <a:latin typeface="Arial"/>
              </a:rPr>
              <a:t>a 2025 review on cross-dataset degradation; a 2022 cross-camera study for referable DR</a:t>
            </a:r>
          </a:p>
        </p:txBody>
      </p:sp>
      <p:sp>
        <p:nvSpPr>
          <p:cNvPr id="202"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Still to do: a systematic literature search for early-DR and merged-data studies.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How It Is Different</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Common practice as I understand it, to be checked in the literature review</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8</a:t>
            </a:r>
          </a:p>
        </p:txBody>
      </p:sp>
      <p:sp>
        <p:nvSpPr>
          <p:cNvPr id="201" name="Bullets"/>
          <p:cNvSpPr/>
          <p:nvPr/>
        </p:nvSpPr>
        <p:spPr>
          <a:xfrm>
            <a:off x="502920" y="1280160"/>
            <a:ext cx="8138160" cy="297180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400" b="1">
                <a:solidFill>
                  <a:srgbClr val="121212"/>
                </a:solidFill>
                <a:latin typeface="Arial"/>
              </a:rPr>
              <a:t>• Target: </a:t>
            </a:r>
            <a:r>
              <a:rPr sz="1300" b="0">
                <a:solidFill>
                  <a:srgbClr val="3a3a3a"/>
                </a:solidFill>
                <a:latin typeface="Arial"/>
              </a:rPr>
              <a:t>early DR (grades 1-2) at a fixed specificity, not referable DR</a:t>
            </a:r>
          </a:p>
          <a:p>
            <a:pPr algn="l">
              <a:spcAft>
                <a:spcPts val="900"/>
              </a:spcAft>
            </a:pPr>
            <a:r>
              <a:rPr sz="1400" b="1">
                <a:solidFill>
                  <a:srgbClr val="121212"/>
                </a:solidFill>
                <a:latin typeface="Arial"/>
              </a:rPr>
              <a:t>• Data: </a:t>
            </a:r>
            <a:r>
              <a:rPr sz="1300" b="0">
                <a:solidFill>
                  <a:srgbClr val="3a3a3a"/>
                </a:solidFill>
                <a:latin typeface="Arial"/>
              </a:rPr>
              <a:t>the merge itself is tested, with DDR only, source-balanced and old-merge arms</a:t>
            </a:r>
          </a:p>
          <a:p>
            <a:pPr algn="l">
              <a:spcAft>
                <a:spcPts val="900"/>
              </a:spcAft>
            </a:pPr>
            <a:r>
              <a:rPr sz="1400" b="1">
                <a:solidFill>
                  <a:srgbClr val="121212"/>
                </a:solidFill>
                <a:latin typeface="Arial"/>
              </a:rPr>
              <a:t>• Imbalance: </a:t>
            </a:r>
            <a:r>
              <a:rPr sz="1300" b="0">
                <a:solidFill>
                  <a:srgbClr val="3a3a3a"/>
                </a:solidFill>
                <a:latin typeface="Arial"/>
              </a:rPr>
              <a:t>sampler, loss and augmentation compared one at a time, with a control</a:t>
            </a:r>
          </a:p>
          <a:p>
            <a:pPr algn="l">
              <a:spcAft>
                <a:spcPts val="900"/>
              </a:spcAft>
            </a:pPr>
            <a:r>
              <a:rPr sz="1400" b="1">
                <a:solidFill>
                  <a:srgbClr val="121212"/>
                </a:solidFill>
                <a:latin typeface="Arial"/>
              </a:rPr>
              <a:t>• Transfer: </a:t>
            </a:r>
            <a:r>
              <a:rPr sz="1300" b="0">
                <a:solidFill>
                  <a:srgbClr val="3a3a3a"/>
                </a:solidFill>
                <a:latin typeface="Arial"/>
              </a:rPr>
              <a:t>held-out EyePACS patients plus APTOS, reported per source</a:t>
            </a:r>
          </a:p>
          <a:p>
            <a:pPr algn="l">
              <a:spcAft>
                <a:spcPts val="900"/>
              </a:spcAft>
            </a:pPr>
            <a:r>
              <a:rPr sz="1400" b="1">
                <a:solidFill>
                  <a:srgbClr val="121212"/>
                </a:solidFill>
                <a:latin typeface="Arial"/>
              </a:rPr>
              <a:t>• Properties: </a:t>
            </a:r>
            <a:r>
              <a:rPr sz="1300" b="0">
                <a:solidFill>
                  <a:srgbClr val="3a3a3a"/>
                </a:solidFill>
                <a:latin typeface="Arial"/>
              </a:rPr>
              <a:t>which image properties carry the source, found by prediction, stratification and matching</a:t>
            </a:r>
          </a:p>
          <a:p>
            <a:pPr algn="l">
              <a:spcAft>
                <a:spcPts val="900"/>
              </a:spcAft>
            </a:pPr>
            <a:r>
              <a:rPr sz="1400" b="1">
                <a:solidFill>
                  <a:srgbClr val="121212"/>
                </a:solidFill>
                <a:latin typeface="Arial"/>
              </a:rPr>
              <a:t>• Scope: </a:t>
            </a:r>
            <a:r>
              <a:rPr sz="1300" b="0">
                <a:solidFill>
                  <a:srgbClr val="3a3a3a"/>
                </a:solidFill>
                <a:latin typeface="Arial"/>
              </a:rPr>
              <a:t>DR is the case study; the protocol is written to apply to any merged medical-image task</a:t>
            </a:r>
          </a:p>
        </p:txBody>
      </p:sp>
      <p:sp>
        <p:nvSpPr>
          <p:cNvPr id="202"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Not a new network: the value is the design and the evidence.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Proposed Methods</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Three data arms, one change at a time</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9</a:t>
            </a:r>
          </a:p>
        </p:txBody>
      </p:sp>
      <p:sp>
        <p:nvSpPr>
          <p:cNvPr id="201" name="Bullets"/>
          <p:cNvSpPr/>
          <p:nvPr/>
        </p:nvSpPr>
        <p:spPr>
          <a:xfrm>
            <a:off x="502920" y="1280160"/>
            <a:ext cx="8138160" cy="292608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350" b="1">
                <a:solidFill>
                  <a:srgbClr val="121212"/>
                </a:solidFill>
                <a:latin typeface="Arial"/>
              </a:rPr>
              <a:t>• Three data arms: </a:t>
            </a:r>
            <a:r>
              <a:rPr sz="1250" b="0">
                <a:solidFill>
                  <a:srgbClr val="3a3a3a"/>
                </a:solidFill>
                <a:latin typeface="Arial"/>
              </a:rPr>
              <a:t>A: DDR only. B: DDR + all EyePACS grades, source-balanced. C: DDR + EyePACS grades 1, 3, 4 only, an old merge kept as a negative control</a:t>
            </a:r>
          </a:p>
          <a:p>
            <a:pPr algn="l">
              <a:spcAft>
                <a:spcPts val="900"/>
              </a:spcAft>
            </a:pPr>
            <a:r>
              <a:rPr sz="1350" b="1">
                <a:solidFill>
                  <a:srgbClr val="121212"/>
                </a:solidFill>
                <a:latin typeface="Arial"/>
              </a:rPr>
              <a:t>• Imbalance, one at a time: </a:t>
            </a:r>
            <a:r>
              <a:rPr sz="1250" b="0">
                <a:solidFill>
                  <a:srgbClr val="3a3a3a"/>
                </a:solidFill>
                <a:latin typeface="Arial"/>
              </a:rPr>
              <a:t>weighted sampler, class-balanced and focal loss, augmentation, each with a control</a:t>
            </a:r>
          </a:p>
          <a:p>
            <a:pPr algn="l">
              <a:spcAft>
                <a:spcPts val="900"/>
              </a:spcAft>
            </a:pPr>
            <a:r>
              <a:rPr sz="1350" b="1">
                <a:solidFill>
                  <a:srgbClr val="121212"/>
                </a:solidFill>
                <a:latin typeface="Arial"/>
              </a:rPr>
              <a:t>• Honest splits: </a:t>
            </a:r>
            <a:r>
              <a:rPr sz="1250" b="0">
                <a:solidFill>
                  <a:srgbClr val="3a3a3a"/>
                </a:solidFill>
                <a:latin typeface="Arial"/>
              </a:rPr>
              <a:t>EyePACS split by patient, a group-aware DDR split, APTOS for external testing only</a:t>
            </a:r>
          </a:p>
          <a:p>
            <a:pPr algn="l">
              <a:spcAft>
                <a:spcPts val="900"/>
              </a:spcAft>
            </a:pPr>
            <a:r>
              <a:rPr sz="1350" b="1">
                <a:solidFill>
                  <a:srgbClr val="121212"/>
                </a:solidFill>
                <a:latin typeface="Arial"/>
              </a:rPr>
              <a:t>• Property analysis: </a:t>
            </a:r>
            <a:r>
              <a:rPr sz="1250" b="0">
                <a:solidFill>
                  <a:srgbClr val="3a3a3a"/>
                </a:solidFill>
                <a:latin typeface="Arial"/>
              </a:rPr>
              <a:t>can size, file size, brightness, colour or sharpness predict the source or the label, and do scores hold within matched groups?</a:t>
            </a:r>
          </a:p>
          <a:p>
            <a:pPr algn="l">
              <a:spcAft>
                <a:spcPts val="900"/>
              </a:spcAft>
            </a:pPr>
            <a:r>
              <a:rPr sz="1350" b="1">
                <a:solidFill>
                  <a:srgbClr val="121212"/>
                </a:solidFill>
                <a:latin typeface="Arial"/>
              </a:rPr>
              <a:t>• Frozen operating point: </a:t>
            </a:r>
            <a:r>
              <a:rPr sz="1250" b="0">
                <a:solidFill>
                  <a:srgbClr val="3a3a3a"/>
                </a:solidFill>
                <a:latin typeface="Arial"/>
              </a:rPr>
              <a:t>calibrate and set specificity 0.90 on validation, then test per source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Model Architecture</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From fundus image to a calibrated early-DR flag</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10</a:t>
            </a:r>
          </a:p>
        </p:txBody>
      </p:sp>
      <p:sp>
        <p:nvSpPr>
          <p:cNvPr id="201" name="Stage 1"/>
          <p:cNvSpPr/>
          <p:nvPr/>
        </p:nvSpPr>
        <p:spPr>
          <a:xfrm>
            <a:off x="502920" y="1554480"/>
            <a:ext cx="1417320" cy="137160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50" b="1">
                <a:solidFill>
                  <a:srgbClr val="121212"/>
                </a:solidFill>
                <a:latin typeface="Arial"/>
              </a:rPr>
              <a:t>Fundus image</a:t>
            </a:r>
          </a:p>
          <a:p>
            <a:pPr algn="ctr"/>
            <a:r>
              <a:rPr sz="1000" b="0">
                <a:solidFill>
                  <a:srgbClr val="3a3a3a"/>
                </a:solidFill>
                <a:latin typeface="Arial"/>
              </a:rPr>
              <a:t>DDR, EyePACS, APTOS</a:t>
            </a:r>
          </a:p>
        </p:txBody>
      </p:sp>
      <p:sp>
        <p:nvSpPr>
          <p:cNvPr id="202" name="Flow arrow 1"/>
          <p:cNvSpPr/>
          <p:nvPr/>
        </p:nvSpPr>
        <p:spPr>
          <a:xfrm>
            <a:off x="1938528" y="2148840"/>
            <a:ext cx="228600" cy="0"/>
          </a:xfrm>
          <a:prstGeom prst="line">
            <a:avLst/>
          </a:prstGeom>
          <a:noFill/>
          <a:ln w="25400">
            <a:solidFill>
              <a:srgbClr val="555555"/>
            </a:solidFill>
            <a:prstDash val="solid"/>
            <a:tailEnd type="triangle"/>
          </a:ln>
        </p:spPr>
        <p:txBody>
          <a:bodyPr/>
          <a:lstStyle/>
          <a:p>
            <a:endParaRPr sz="1050"/>
          </a:p>
        </p:txBody>
      </p:sp>
      <p:sp>
        <p:nvSpPr>
          <p:cNvPr id="203" name="Stage 2"/>
          <p:cNvSpPr/>
          <p:nvPr/>
        </p:nvSpPr>
        <p:spPr>
          <a:xfrm>
            <a:off x="2185416" y="1554480"/>
            <a:ext cx="1417320" cy="137160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50" b="1">
                <a:solidFill>
                  <a:srgbClr val="121212"/>
                </a:solidFill>
                <a:latin typeface="Arial"/>
              </a:rPr>
              <a:t>Preprocess</a:t>
            </a:r>
          </a:p>
          <a:p>
            <a:pPr algn="ctr"/>
            <a:r>
              <a:rPr sz="1000" b="0">
                <a:solidFill>
                  <a:srgbClr val="3a3a3a"/>
                </a:solidFill>
                <a:latin typeface="Arial"/>
              </a:rPr>
              <a:t>Crop, pad, resize to 512 px</a:t>
            </a:r>
          </a:p>
        </p:txBody>
      </p:sp>
      <p:sp>
        <p:nvSpPr>
          <p:cNvPr id="204" name="Flow arrow 2"/>
          <p:cNvSpPr/>
          <p:nvPr/>
        </p:nvSpPr>
        <p:spPr>
          <a:xfrm>
            <a:off x="3621024" y="2148840"/>
            <a:ext cx="228600" cy="0"/>
          </a:xfrm>
          <a:prstGeom prst="line">
            <a:avLst/>
          </a:prstGeom>
          <a:noFill/>
          <a:ln w="25400">
            <a:solidFill>
              <a:srgbClr val="555555"/>
            </a:solidFill>
            <a:prstDash val="solid"/>
            <a:tailEnd type="triangle"/>
          </a:ln>
        </p:spPr>
        <p:txBody>
          <a:bodyPr/>
          <a:lstStyle/>
          <a:p>
            <a:endParaRPr sz="1050"/>
          </a:p>
        </p:txBody>
      </p:sp>
      <p:sp>
        <p:nvSpPr>
          <p:cNvPr id="205" name="Stage 3"/>
          <p:cNvSpPr/>
          <p:nvPr/>
        </p:nvSpPr>
        <p:spPr>
          <a:xfrm>
            <a:off x="3867912" y="1554480"/>
            <a:ext cx="1417320" cy="1371600"/>
          </a:xfrm>
          <a:prstGeom prst="roundRect">
            <a:avLst/>
          </a:prstGeom>
          <a:solidFill>
            <a:srgbClr val="E3F2EA"/>
          </a:solidFill>
          <a:ln w="9525">
            <a:solidFill>
              <a:srgbClr val="1E7A5A"/>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50" b="1">
                <a:solidFill>
                  <a:srgbClr val="121212"/>
                </a:solidFill>
                <a:latin typeface="Arial"/>
              </a:rPr>
              <a:t>EfficientNet-B0</a:t>
            </a:r>
          </a:p>
          <a:p>
            <a:pPr algn="ctr"/>
            <a:r>
              <a:rPr sz="1000" b="0">
                <a:solidFill>
                  <a:srgbClr val="3a3a3a"/>
                </a:solidFill>
                <a:latin typeface="Arial"/>
              </a:rPr>
              <a:t>ImageNet weights, one output head</a:t>
            </a:r>
          </a:p>
        </p:txBody>
      </p:sp>
      <p:sp>
        <p:nvSpPr>
          <p:cNvPr id="206" name="Flow arrow 3"/>
          <p:cNvSpPr/>
          <p:nvPr/>
        </p:nvSpPr>
        <p:spPr>
          <a:xfrm>
            <a:off x="5303520" y="2148840"/>
            <a:ext cx="228600" cy="0"/>
          </a:xfrm>
          <a:prstGeom prst="line">
            <a:avLst/>
          </a:prstGeom>
          <a:noFill/>
          <a:ln w="25400">
            <a:solidFill>
              <a:srgbClr val="555555"/>
            </a:solidFill>
            <a:prstDash val="solid"/>
            <a:tailEnd type="triangle"/>
          </a:ln>
        </p:spPr>
        <p:txBody>
          <a:bodyPr/>
          <a:lstStyle/>
          <a:p>
            <a:endParaRPr sz="1050"/>
          </a:p>
        </p:txBody>
      </p:sp>
      <p:sp>
        <p:nvSpPr>
          <p:cNvPr id="207" name="Stage 4"/>
          <p:cNvSpPr/>
          <p:nvPr/>
        </p:nvSpPr>
        <p:spPr>
          <a:xfrm>
            <a:off x="5550408" y="1554480"/>
            <a:ext cx="1417320" cy="1371600"/>
          </a:xfrm>
          <a:prstGeom prst="roundRect">
            <a:avLst/>
          </a:prstGeom>
          <a:solidFill>
            <a:srgbClr val="E4ECF6"/>
          </a:solidFill>
          <a:ln w="9525">
            <a:solidFill>
              <a:srgbClr val="BCCFE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50" b="1">
                <a:solidFill>
                  <a:srgbClr val="121212"/>
                </a:solidFill>
                <a:latin typeface="Arial"/>
              </a:rPr>
              <a:t>Calibration</a:t>
            </a:r>
          </a:p>
          <a:p>
            <a:pPr algn="ctr"/>
            <a:r>
              <a:rPr sz="1000" b="0">
                <a:solidFill>
                  <a:srgbClr val="3a3a3a"/>
                </a:solidFill>
                <a:latin typeface="Arial"/>
              </a:rPr>
              <a:t>Temperature scaling and prior-shift correction</a:t>
            </a:r>
          </a:p>
        </p:txBody>
      </p:sp>
      <p:sp>
        <p:nvSpPr>
          <p:cNvPr id="208" name="Flow arrow 4"/>
          <p:cNvSpPr/>
          <p:nvPr/>
        </p:nvSpPr>
        <p:spPr>
          <a:xfrm>
            <a:off x="6986016" y="2148840"/>
            <a:ext cx="228600" cy="0"/>
          </a:xfrm>
          <a:prstGeom prst="line">
            <a:avLst/>
          </a:prstGeom>
          <a:noFill/>
          <a:ln w="25400">
            <a:solidFill>
              <a:srgbClr val="555555"/>
            </a:solidFill>
            <a:prstDash val="solid"/>
            <a:tailEnd type="triangle"/>
          </a:ln>
        </p:spPr>
        <p:txBody>
          <a:bodyPr/>
          <a:lstStyle/>
          <a:p>
            <a:endParaRPr sz="1050"/>
          </a:p>
        </p:txBody>
      </p:sp>
      <p:sp>
        <p:nvSpPr>
          <p:cNvPr id="209" name="Stage 5"/>
          <p:cNvSpPr/>
          <p:nvPr/>
        </p:nvSpPr>
        <p:spPr>
          <a:xfrm>
            <a:off x="7232904" y="1554480"/>
            <a:ext cx="1417320" cy="1371600"/>
          </a:xfrm>
          <a:prstGeom prst="roundRect">
            <a:avLst/>
          </a:prstGeom>
          <a:solidFill>
            <a:srgbClr val="FFE9D9"/>
          </a:solidFill>
          <a:ln w="9525">
            <a:solidFill>
              <a:srgbClr val="EB6834"/>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50" b="1">
                <a:solidFill>
                  <a:srgbClr val="121212"/>
                </a:solidFill>
                <a:latin typeface="Arial"/>
              </a:rPr>
              <a:t>Output</a:t>
            </a:r>
          </a:p>
          <a:p>
            <a:pPr algn="ctr"/>
            <a:r>
              <a:rPr sz="1000" b="0">
                <a:solidFill>
                  <a:srgbClr val="3a3a3a"/>
                </a:solidFill>
                <a:latin typeface="Arial"/>
              </a:rPr>
              <a:t>Early-DR probability and flag</a:t>
            </a:r>
          </a:p>
        </p:txBody>
      </p:sp>
      <p:sp>
        <p:nvSpPr>
          <p:cNvPr id="210" name="Note"/>
          <p:cNvSpPr/>
          <p:nvPr/>
        </p:nvSpPr>
        <p:spPr>
          <a:xfrm>
            <a:off x="502920" y="3200400"/>
            <a:ext cx="8138160" cy="822960"/>
          </a:xfrm>
          <a:prstGeom prst="roundRect">
            <a:avLst/>
          </a:prstGeom>
          <a:solidFill>
            <a:srgbClr val="FFFFFF"/>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r>
              <a:rPr sz="1100" b="0">
                <a:solidFill>
                  <a:srgbClr val="3a3a3a"/>
                </a:solidFill>
                <a:latin typeface="Arial"/>
              </a:rPr>
              <a:t>Trained on the training split. The best epoch, calibration and a threshold at specificity 0.90 are set on validation only; test sets are opened afterwards.</a:t>
            </a:r>
          </a:p>
        </p:txBody>
      </p:sp>
      <p:sp>
        <p:nvSpPr>
          <p:cNvPr id="211" name="Banner"/>
          <p:cNvSpPr/>
          <p:nvPr/>
        </p:nvSpPr>
        <p:spPr>
          <a:xfrm>
            <a:off x="502920" y="4315968"/>
            <a:ext cx="8138160" cy="365760"/>
          </a:xfrm>
          <a:prstGeom prst="roundRect">
            <a:avLst/>
          </a:prstGeom>
          <a:solidFill>
            <a:srgbClr val="F2F5F8"/>
          </a:solidFill>
          <a:ln w="9525">
            <a:solidFill>
              <a:srgbClr val="CDD2D7"/>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ctr"/>
            <a:r>
              <a:rPr sz="1100" b="1">
                <a:solidFill>
                  <a:srgbClr val="121212"/>
                </a:solidFill>
                <a:latin typeface="Arial"/>
              </a:rPr>
              <a:t>Not a new network: the design and the evidence are the contribution.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Datasets and Experimental Setup</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Three sources, frozen splits</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11</a:t>
            </a:r>
          </a:p>
        </p:txBody>
      </p:sp>
      <p:sp>
        <p:nvSpPr>
          <p:cNvPr id="201" name="Bullets"/>
          <p:cNvSpPr/>
          <p:nvPr/>
        </p:nvSpPr>
        <p:spPr>
          <a:xfrm>
            <a:off x="502920" y="1280160"/>
            <a:ext cx="8138160" cy="292608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500" b="1">
                <a:solidFill>
                  <a:srgbClr val="121212"/>
                </a:solidFill>
                <a:latin typeface="Arial"/>
              </a:rPr>
              <a:t>• DDR: </a:t>
            </a:r>
            <a:r>
              <a:rPr sz="1400" b="0">
                <a:solidFill>
                  <a:srgbClr val="3a3a3a"/>
                </a:solidFill>
                <a:latin typeface="Arial"/>
              </a:rPr>
              <a:t>12,522 images, random 60/20/20 split (patient IDs not available)</a:t>
            </a:r>
          </a:p>
          <a:p>
            <a:pPr algn="l">
              <a:spcAft>
                <a:spcPts val="900"/>
              </a:spcAft>
            </a:pPr>
            <a:r>
              <a:rPr sz="1500" b="1">
                <a:solidFill>
                  <a:srgbClr val="121212"/>
                </a:solidFill>
                <a:latin typeface="Arial"/>
              </a:rPr>
              <a:t>• EyePACS: </a:t>
            </a:r>
            <a:r>
              <a:rPr sz="1400" b="0">
                <a:solidFill>
                  <a:srgbClr val="3a3a3a"/>
                </a:solidFill>
                <a:latin typeface="Arial"/>
              </a:rPr>
              <a:t>35,108 images, split by patient 70/15/15; held-out test</a:t>
            </a:r>
          </a:p>
          <a:p>
            <a:pPr algn="l">
              <a:spcAft>
                <a:spcPts val="900"/>
              </a:spcAft>
            </a:pPr>
            <a:r>
              <a:rPr sz="1500" b="1">
                <a:solidFill>
                  <a:srgbClr val="121212"/>
                </a:solidFill>
                <a:latin typeface="Arial"/>
              </a:rPr>
              <a:t>• APTOS: </a:t>
            </a:r>
            <a:r>
              <a:rPr sz="1400" b="0">
                <a:solidFill>
                  <a:srgbClr val="3a3a3a"/>
                </a:solidFill>
                <a:latin typeface="Arial"/>
              </a:rPr>
              <a:t>3,662 images, external test only, never used for training or selection</a:t>
            </a:r>
          </a:p>
          <a:p>
            <a:pPr algn="l">
              <a:spcAft>
                <a:spcPts val="900"/>
              </a:spcAft>
            </a:pPr>
            <a:r>
              <a:rPr sz="1500" b="1">
                <a:solidFill>
                  <a:srgbClr val="121212"/>
                </a:solidFill>
                <a:latin typeface="Arial"/>
              </a:rPr>
              <a:t>• Model: </a:t>
            </a:r>
            <a:r>
              <a:rPr sz="1400" b="0">
                <a:solidFill>
                  <a:srgbClr val="3a3a3a"/>
                </a:solidFill>
                <a:latin typeface="Arial"/>
              </a:rPr>
              <a:t>EfficientNet-B0 at 512 px, three seeds, Kaggle GPU</a:t>
            </a:r>
          </a:p>
          <a:p>
            <a:pPr algn="l">
              <a:spcAft>
                <a:spcPts val="900"/>
              </a:spcAft>
            </a:pPr>
            <a:r>
              <a:rPr sz="1500" b="1">
                <a:solidFill>
                  <a:srgbClr val="121212"/>
                </a:solidFill>
                <a:latin typeface="Arial"/>
              </a:rPr>
              <a:t>• Rules: </a:t>
            </a:r>
            <a:r>
              <a:rPr sz="1400" b="0">
                <a:solidFill>
                  <a:srgbClr val="3a3a3a"/>
                </a:solidFill>
                <a:latin typeface="Arial"/>
              </a:rPr>
              <a:t>splits are frozen files; test sets are opened only through a declared analysis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Next Steps</a:t>
            </a:r>
          </a:p>
        </p:txBody>
      </p:sp>
      <p:sp>
        <p:nvSpPr>
          <p:cNvPr id="3" name="TextBox 2"/>
          <p:cNvSpPr txBox="1"/>
          <p:nvPr/>
        </p:nvSpPr>
        <p:spPr>
          <a:xfrm>
            <a:off x="566928" y="932688"/>
            <a:ext cx="8138160" cy="256032"/>
          </a:xfrm>
          <a:prstGeom prst="rect">
            <a:avLst/>
          </a:prstGeom>
          <a:noFill/>
        </p:spPr>
        <p:txBody>
          <a:bodyPr wrap="square" lIns="27432" tIns="18288" rIns="27432" bIns="18288" anchor="t">
            <a:spAutoFit/>
          </a:bodyPr>
          <a:lstStyle/>
          <a:p>
            <a:pPr algn="l"/>
            <a:r>
              <a:rPr sz="1480" b="1" i="0">
                <a:solidFill>
                  <a:srgbClr val="121212"/>
                </a:solidFill>
                <a:latin typeface="Arial"/>
              </a:rPr>
              <a:t>What is planned</a:t>
            </a:r>
          </a:p>
        </p:txBody>
      </p:sp>
      <p:sp>
        <p:nvSpPr>
          <p:cNvPr id="25" name="TextBox 24">
            <a:extLst>
              <a:ext uri="{FF2B5EF4-FFF2-40B4-BE49-F238E27FC236}">
                <a16:creationId xmlns:a16="http://schemas.microsoft.com/office/drawing/2014/main" id="{6AB72007-F5D0-AF78-B89C-794457398D1F}"/>
              </a:ext>
            </a:extLst>
          </p:cNvPr>
          <p:cNvSpPr txBox="1"/>
          <p:nvPr/>
        </p:nvSpPr>
        <p:spPr>
          <a:xfrm>
            <a:off x="8801100" y="4792436"/>
            <a:ext cx="342900" cy="261610"/>
          </a:xfrm>
          <a:prstGeom prst="rect">
            <a:avLst/>
          </a:prstGeom>
          <a:noFill/>
        </p:spPr>
        <p:txBody>
          <a:bodyPr wrap="square" rtlCol="0">
            <a:spAutoFit/>
          </a:bodyPr>
          <a:lstStyle/>
          <a:p>
            <a:r>
              <a:rPr lang="en-US" sz="1100" dirty="0"/>
              <a:t>12</a:t>
            </a:r>
          </a:p>
        </p:txBody>
      </p:sp>
      <p:sp>
        <p:nvSpPr>
          <p:cNvPr id="201" name="Bullets"/>
          <p:cNvSpPr/>
          <p:nvPr/>
        </p:nvSpPr>
        <p:spPr>
          <a:xfrm>
            <a:off x="502920" y="1280160"/>
            <a:ext cx="8138160" cy="2926080"/>
          </a:xfrm>
          <a:prstGeom prst="roundRect">
            <a:avLst>
              <a:gd name="adj" fmla="val 6000"/>
            </a:avLst>
          </a:prstGeom>
          <a:solidFill>
            <a:srgbClr val="FFFFFF"/>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wrap="square" lIns="91440" tIns="36576" rIns="91440" bIns="36576" rtlCol="0" anchor="ctr"/>
          <a:lstStyle/>
          <a:p>
            <a:pPr algn="l">
              <a:spcAft>
                <a:spcPts val="900"/>
              </a:spcAft>
            </a:pPr>
            <a:r>
              <a:rPr sz="1400" b="1">
                <a:solidFill>
                  <a:srgbClr val="121212"/>
                </a:solidFill>
                <a:latin typeface="Arial"/>
              </a:rPr>
              <a:t>• Train the three arms: </a:t>
            </a:r>
            <a:r>
              <a:rPr sz="1300" b="0">
                <a:solidFill>
                  <a:srgbClr val="3a3a3a"/>
                </a:solidFill>
                <a:latin typeface="Arial"/>
              </a:rPr>
              <a:t>several seeds on frozen patient-level splits</a:t>
            </a:r>
          </a:p>
          <a:p>
            <a:pPr algn="l">
              <a:spcAft>
                <a:spcPts val="900"/>
              </a:spcAft>
            </a:pPr>
            <a:r>
              <a:rPr sz="1400" b="1">
                <a:solidFill>
                  <a:srgbClr val="121212"/>
                </a:solidFill>
                <a:latin typeface="Arial"/>
              </a:rPr>
              <a:t>• Compare imbalance methods: </a:t>
            </a:r>
            <a:r>
              <a:rPr sz="1300" b="0">
                <a:solidFill>
                  <a:srgbClr val="3a3a3a"/>
                </a:solidFill>
                <a:latin typeface="Arial"/>
              </a:rPr>
              <a:t>sampler, loss and augmentation, one at a time</a:t>
            </a:r>
          </a:p>
          <a:p>
            <a:pPr algn="l">
              <a:spcAft>
                <a:spcPts val="900"/>
              </a:spcAft>
            </a:pPr>
            <a:r>
              <a:rPr sz="1400" b="1">
                <a:solidFill>
                  <a:srgbClr val="121212"/>
                </a:solidFill>
                <a:latin typeface="Arial"/>
              </a:rPr>
              <a:t>• Analyse image properties: </a:t>
            </a:r>
            <a:r>
              <a:rPr sz="1300" b="0">
                <a:solidFill>
                  <a:srgbClr val="3a3a3a"/>
                </a:solidFill>
                <a:latin typeface="Arial"/>
              </a:rPr>
              <a:t>source prediction, scores within matched groups, and normalisation tests</a:t>
            </a:r>
          </a:p>
          <a:p>
            <a:pPr algn="l">
              <a:spcAft>
                <a:spcPts val="900"/>
              </a:spcAft>
            </a:pPr>
            <a:r>
              <a:rPr sz="1400" b="1">
                <a:solidFill>
                  <a:srgbClr val="121212"/>
                </a:solidFill>
                <a:latin typeface="Arial"/>
              </a:rPr>
              <a:t>• Test on unseen sources: </a:t>
            </a:r>
            <a:r>
              <a:rPr sz="1300" b="0">
                <a:solidFill>
                  <a:srgbClr val="3a3a3a"/>
                </a:solidFill>
                <a:latin typeface="Arial"/>
              </a:rPr>
              <a:t>held-out EyePACS patients and APTOS, with 95% confidence intervals</a:t>
            </a:r>
          </a:p>
          <a:p>
            <a:pPr algn="l">
              <a:spcAft>
                <a:spcPts val="900"/>
              </a:spcAft>
            </a:pPr>
            <a:r>
              <a:rPr sz="1400" b="1">
                <a:solidFill>
                  <a:srgbClr val="121212"/>
                </a:solidFill>
                <a:latin typeface="Arial"/>
              </a:rPr>
              <a:t>• Calibrate and report: </a:t>
            </a:r>
            <a:r>
              <a:rPr sz="1300" b="0">
                <a:solidFill>
                  <a:srgbClr val="3a3a3a"/>
                </a:solidFill>
                <a:latin typeface="Arial"/>
              </a:rPr>
              <a:t>sensitivity at a fixed specificity, per source</a:t>
            </a:r>
          </a:p>
          <a:p>
            <a:pPr algn="l">
              <a:spcAft>
                <a:spcPts val="900"/>
              </a:spcAft>
            </a:pPr>
            <a:r>
              <a:rPr sz="1400" b="1">
                <a:solidFill>
                  <a:srgbClr val="121212"/>
                </a:solidFill>
                <a:latin typeface="Arial"/>
              </a:rPr>
              <a:t>• Write up: </a:t>
            </a:r>
            <a:r>
              <a:rPr sz="1300" b="0">
                <a:solidFill>
                  <a:srgbClr val="3a3a3a"/>
                </a:solidFill>
                <a:latin typeface="Arial"/>
              </a:rPr>
              <a:t>finish the literature search and the thesis; an IDRiD check is a later extension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13232" y="283464"/>
            <a:ext cx="7909560" cy="502920"/>
          </a:xfrm>
        </p:spPr>
        <p:txBody>
          <a:bodyPr/>
          <a:lstStyle/>
          <a:p>
            <a:pPr algn="l"/>
            <a:r>
              <a:rPr sz="2200" b="1">
                <a:solidFill>
                  <a:srgbClr val="121212"/>
                </a:solidFill>
                <a:latin typeface="Arial"/>
              </a:rPr>
              <a:t>References</a:t>
            </a:r>
          </a:p>
        </p:txBody>
      </p:sp>
      <p:sp>
        <p:nvSpPr>
          <p:cNvPr id="3" name="TextBox 2"/>
          <p:cNvSpPr txBox="1"/>
          <p:nvPr/>
        </p:nvSpPr>
        <p:spPr>
          <a:xfrm>
            <a:off x="713231" y="987552"/>
            <a:ext cx="6640605" cy="1373902"/>
          </a:xfrm>
          <a:prstGeom prst="rect">
            <a:avLst/>
          </a:prstGeom>
          <a:noFill/>
        </p:spPr>
        <p:txBody>
          <a:bodyPr wrap="square" lIns="18288" tIns="18288" rIns="18288" bIns="18288">
            <a:spAutoFit/>
          </a:bodyPr>
          <a:lstStyle/>
          <a:p>
            <a:pPr algn="l">
              <a:lnSpc>
                <a:spcPct val="105000"/>
              </a:lnSpc>
              <a:spcAft>
                <a:spcPts val="400"/>
              </a:spcAft>
            </a:pPr>
            <a:r>
              <a:rPr sz="919" dirty="0">
                <a:solidFill>
                  <a:srgbClr val="121212"/>
                </a:solidFill>
                <a:latin typeface="Arial"/>
              </a:rPr>
              <a:t>• International Diabetes Federation. IDF Diabetes Atlas, 11th ed., 2025.</a:t>
            </a:r>
          </a:p>
          <a:p>
            <a:pPr algn="l">
              <a:lnSpc>
                <a:spcPct val="105000"/>
              </a:lnSpc>
              <a:spcAft>
                <a:spcPts val="400"/>
              </a:spcAft>
            </a:pPr>
            <a:r>
              <a:rPr sz="919" dirty="0">
                <a:solidFill>
                  <a:srgbClr val="121212"/>
                </a:solidFill>
                <a:latin typeface="Arial"/>
              </a:rPr>
              <a:t>• Ting, D. S. W., et al. 'Artificial intelligence-assisted diabetic retinopathy screening.' Ophthalmology, 2021.</a:t>
            </a:r>
          </a:p>
          <a:p>
            <a:pPr algn="l">
              <a:lnSpc>
                <a:spcPct val="105000"/>
              </a:lnSpc>
              <a:spcAft>
                <a:spcPts val="400"/>
              </a:spcAft>
            </a:pPr>
            <a:r>
              <a:rPr sz="919" dirty="0">
                <a:solidFill>
                  <a:srgbClr val="121212"/>
                </a:solidFill>
                <a:latin typeface="Arial"/>
              </a:rPr>
              <a:t>• Shah, P., et al. 'Progression of DR and screening demand.' JAMA Ophthalmology, 2024.</a:t>
            </a:r>
            <a:endParaRPr lang="en-US" sz="919" dirty="0">
              <a:solidFill>
                <a:srgbClr val="121212"/>
              </a:solidFill>
              <a:latin typeface="Arial"/>
            </a:endParaRPr>
          </a:p>
          <a:p>
            <a:pPr>
              <a:lnSpc>
                <a:spcPct val="105000"/>
              </a:lnSpc>
              <a:spcAft>
                <a:spcPts val="400"/>
              </a:spcAft>
            </a:pPr>
            <a:r>
              <a:rPr lang="en-US" sz="919" dirty="0">
                <a:solidFill>
                  <a:srgbClr val="121212"/>
                </a:solidFill>
              </a:rPr>
              <a:t>• WHO. Guidelines on diabetic retinopathy screening, 2023.</a:t>
            </a:r>
          </a:p>
          <a:p>
            <a:pPr>
              <a:lnSpc>
                <a:spcPct val="105000"/>
              </a:lnSpc>
              <a:spcAft>
                <a:spcPts val="400"/>
              </a:spcAft>
            </a:pPr>
            <a:r>
              <a:rPr lang="en-US" sz="919" dirty="0">
                <a:solidFill>
                  <a:srgbClr val="121212"/>
                </a:solidFill>
              </a:rPr>
              <a:t>• CDC. Eye-health guidance for people with diabetes, 2024.</a:t>
            </a:r>
          </a:p>
          <a:p>
            <a:pPr>
              <a:lnSpc>
                <a:spcPct val="105000"/>
              </a:lnSpc>
              <a:spcAft>
                <a:spcPts val="400"/>
              </a:spcAft>
            </a:pPr>
            <a:r>
              <a:rPr lang="en-US" sz="919" dirty="0">
                <a:solidFill>
                  <a:srgbClr val="121212"/>
                </a:solidFill>
              </a:rPr>
              <a:t>• Li, T., et al. Diagnostic assessment of deep learning algorithms for DR screening (DDR). Information Sciences, 2019.</a:t>
            </a:r>
          </a:p>
          <a:p>
            <a:pPr>
              <a:lnSpc>
                <a:spcPct val="105000"/>
              </a:lnSpc>
              <a:spcAft>
                <a:spcPts val="400"/>
              </a:spcAft>
            </a:pPr>
            <a:r>
              <a:rPr lang="en-US" sz="919" dirty="0">
                <a:solidFill>
                  <a:srgbClr val="121212"/>
                </a:solidFill>
              </a:rPr>
              <a:t>• Kaggle. Diabetic Retinopathy Detection (EyePACS), 2015; APTOS 2019 Blindness Detection.</a:t>
            </a:r>
          </a:p>
          <a:p>
            <a:pPr>
              <a:lnSpc>
                <a:spcPct val="105000"/>
              </a:lnSpc>
              <a:spcAft>
                <a:spcPts val="400"/>
              </a:spcAft>
            </a:pPr>
            <a:r>
              <a:rPr lang="en-US" sz="919" dirty="0">
                <a:solidFill>
                  <a:srgbClr val="121212"/>
                </a:solidFill>
              </a:rPr>
              <a:t>• Guo, C., et al. On calibration of modern neural networks. ICML, 2017.</a:t>
            </a:r>
          </a:p>
          <a:p>
            <a:pPr>
              <a:lnSpc>
                <a:spcPct val="105000"/>
              </a:lnSpc>
              <a:spcAft>
                <a:spcPts val="400"/>
              </a:spcAft>
            </a:pPr>
            <a:r>
              <a:rPr lang="en-US" sz="919" dirty="0">
                <a:solidFill>
                  <a:srgbClr val="121212"/>
                </a:solidFill>
              </a:rPr>
              <a:t>• Sipka, T., et al. The hitchhiker’s guide to prior-shift adaptation. WACV, 2022.</a:t>
            </a:r>
          </a:p>
          <a:p>
            <a:pPr algn="l">
              <a:lnSpc>
                <a:spcPct val="105000"/>
              </a:lnSpc>
              <a:spcAft>
                <a:spcPts val="400"/>
              </a:spcAft>
            </a:pPr>
            <a:r>
              <a:rPr sz="919" dirty="0">
                <a:solidFill>
                  <a:srgbClr val="121212"/>
                </a:solidFill>
                <a:latin typeface="Arial"/>
              </a:rPr>
              <a:t>• Torralba, A., &amp; Efros, A. Unbiased look at dataset bias. CVPR, 2011.</a:t>
            </a:r>
          </a:p>
          <a:p>
            <a:pPr algn="l">
              <a:lnSpc>
                <a:spcPct val="105000"/>
              </a:lnSpc>
              <a:spcAft>
                <a:spcPts val="400"/>
              </a:spcAft>
            </a:pPr>
            <a:r>
              <a:rPr sz="919" dirty="0">
                <a:solidFill>
                  <a:srgbClr val="121212"/>
                </a:solidFill>
                <a:latin typeface="Arial"/>
              </a:rPr>
              <a:t>• Geirhos, R., et al. Shortcut learning in deep neural networks. Nature Machine Intelligence, 2020.</a:t>
            </a:r>
          </a:p>
          <a:p>
            <a:pPr algn="l">
              <a:lnSpc>
                <a:spcPct val="105000"/>
              </a:lnSpc>
              <a:spcAft>
                <a:spcPts val="400"/>
              </a:spcAft>
            </a:pPr>
            <a:r>
              <a:rPr sz="919" dirty="0">
                <a:solidFill>
                  <a:srgbClr val="121212"/>
                </a:solidFill>
                <a:latin typeface="Arial"/>
              </a:rPr>
              <a:t>• Zech, J. R., et al. Variable generalization performance of a deep learning model to detect pneumonia in chest radiographs. PLOS Medicine, 2018.</a:t>
            </a:r>
          </a:p>
          <a:p>
            <a:pPr algn="l">
              <a:lnSpc>
                <a:spcPct val="105000"/>
              </a:lnSpc>
              <a:spcAft>
                <a:spcPts val="400"/>
              </a:spcAft>
            </a:pPr>
            <a:r>
              <a:rPr sz="919" dirty="0">
                <a:solidFill>
                  <a:srgbClr val="121212"/>
                </a:solidFill>
                <a:latin typeface="Arial"/>
              </a:rPr>
              <a:t>• DeGrave, A. J., et al. AI for radiographic COVID-19 detection selects shortcuts over signal. Nature Machine Intelligence, 2021.</a:t>
            </a:r>
          </a:p>
          <a:p>
            <a:pPr algn="l">
              <a:lnSpc>
                <a:spcPct val="105000"/>
              </a:lnSpc>
              <a:spcAft>
                <a:spcPts val="400"/>
              </a:spcAft>
            </a:pPr>
            <a:r>
              <a:rPr sz="919" dirty="0">
                <a:solidFill>
                  <a:srgbClr val="121212"/>
                </a:solidFill>
                <a:latin typeface="Arial"/>
              </a:rPr>
              <a:t>• Gulshan, V., et al. Development and validation of a deep learning algorithm for detection of diabetic retinopathy. JAMA, 2016.</a:t>
            </a:r>
          </a:p>
          <a:p>
            <a:pPr algn="l">
              <a:lnSpc>
                <a:spcPct val="105000"/>
              </a:lnSpc>
              <a:spcAft>
                <a:spcPts val="400"/>
              </a:spcAft>
            </a:pPr>
            <a:r>
              <a:rPr sz="919" dirty="0">
                <a:solidFill>
                  <a:srgbClr val="121212"/>
                </a:solidFill>
                <a:latin typeface="Arial"/>
              </a:rPr>
              <a:t>• Tan, M., &amp; Le, Q. EfficientNet: Rethinking model scaling for convolutional neural networks. ICML, 2019.</a:t>
            </a:r>
          </a:p>
          <a:p>
            <a:pPr algn="l">
              <a:lnSpc>
                <a:spcPct val="105000"/>
              </a:lnSpc>
              <a:spcAft>
                <a:spcPts val="400"/>
              </a:spcAft>
            </a:pPr>
            <a:r>
              <a:rPr sz="919" dirty="0">
                <a:solidFill>
                  <a:srgbClr val="121212"/>
                </a:solidFill>
                <a:latin typeface="Arial"/>
              </a:rPr>
              <a:t>• From Retinal Pixels to Patients: Evolution of Deep Learning Research in Diabetic Retinopathy Screening. arXiv:2511.11065, 2025.</a:t>
            </a:r>
          </a:p>
          <a:p>
            <a:pPr algn="l">
              <a:lnSpc>
                <a:spcPct val="105000"/>
              </a:lnSpc>
              <a:spcAft>
                <a:spcPts val="400"/>
              </a:spcAft>
            </a:pPr>
            <a:r>
              <a:rPr sz="919" dirty="0">
                <a:solidFill>
                  <a:srgbClr val="121212"/>
                </a:solidFill>
                <a:latin typeface="Arial"/>
              </a:rPr>
              <a:t>• Cross-camera external validation for artificial intelligence software in diagnosis of diabetic retinopathy. PMC8926465, 2022.</a:t>
            </a:r>
          </a:p>
          <a:p>
            <a:pPr algn="l">
              <a:lnSpc>
                <a:spcPct val="105000"/>
              </a:lnSpc>
              <a:spcAft>
                <a:spcPts val="400"/>
              </a:spcAft>
            </a:pPr>
            <a:r>
              <a:rPr sz="919" dirty="0">
                <a:solidFill>
                  <a:srgbClr val="121212"/>
                </a:solidFill>
                <a:latin typeface="Arial"/>
              </a:rPr>
              <a:t>• Torralba, A., &amp; Efros, A. Unbiased look at dataset bias. CVPR, 2011.</a:t>
            </a:r>
          </a:p>
          <a:p>
            <a:pPr algn="l">
              <a:lnSpc>
                <a:spcPct val="105000"/>
              </a:lnSpc>
              <a:spcAft>
                <a:spcPts val="400"/>
              </a:spcAft>
            </a:pPr>
            <a:r>
              <a:rPr sz="919" dirty="0">
                <a:solidFill>
                  <a:srgbClr val="121212"/>
                </a:solidFill>
                <a:latin typeface="Arial"/>
              </a:rPr>
              <a:t>• Geirhos, R., et al. Shortcut learning in deep neural networks. Nature Machine Intelligence, 2020.</a:t>
            </a:r>
          </a:p>
          <a:p>
            <a:pPr algn="l">
              <a:lnSpc>
                <a:spcPct val="105000"/>
              </a:lnSpc>
              <a:spcAft>
                <a:spcPts val="400"/>
              </a:spcAft>
            </a:pPr>
            <a:r>
              <a:rPr sz="919" dirty="0">
                <a:solidFill>
                  <a:srgbClr val="121212"/>
                </a:solidFill>
                <a:latin typeface="Arial"/>
              </a:rPr>
              <a:t>• Zech, J. R., et al. Variable generalization performance of a deep learning model to detect pneumonia in chest radiographs. PLOS Medicine, 2018.</a:t>
            </a:r>
          </a:p>
          <a:p>
            <a:pPr algn="l">
              <a:lnSpc>
                <a:spcPct val="105000"/>
              </a:lnSpc>
              <a:spcAft>
                <a:spcPts val="400"/>
              </a:spcAft>
            </a:pPr>
            <a:r>
              <a:rPr sz="919" dirty="0">
                <a:solidFill>
                  <a:srgbClr val="121212"/>
                </a:solidFill>
                <a:latin typeface="Arial"/>
              </a:rPr>
              <a:t>• DeGrave, A. J., et al. AI for radiographic COVID-19 detection selects shortcuts over signal. Nature Machine Intelligence, 2021.</a:t>
            </a:r>
          </a:p>
          <a:p>
            <a:pPr algn="l">
              <a:lnSpc>
                <a:spcPct val="105000"/>
              </a:lnSpc>
              <a:spcAft>
                <a:spcPts val="400"/>
              </a:spcAft>
            </a:pPr>
            <a:r>
              <a:rPr sz="919" dirty="0">
                <a:solidFill>
                  <a:srgbClr val="121212"/>
                </a:solidFill>
                <a:latin typeface="Arial"/>
              </a:rPr>
              <a:t>• Gulshan, V., et al. Development and validation of a deep learning algorithm for detection of diabetic retinopathy. JAMA, 2016.</a:t>
            </a:r>
          </a:p>
          <a:p>
            <a:pPr algn="l">
              <a:lnSpc>
                <a:spcPct val="105000"/>
              </a:lnSpc>
              <a:spcAft>
                <a:spcPts val="400"/>
              </a:spcAft>
            </a:pPr>
            <a:r>
              <a:rPr sz="919" dirty="0">
                <a:solidFill>
                  <a:srgbClr val="121212"/>
                </a:solidFill>
                <a:latin typeface="Arial"/>
              </a:rPr>
              <a:t>• Tan, M., &amp; Le, Q. EfficientNet: Rethinking model scaling for convolutional neural networks. ICML, 2019.</a:t>
            </a:r>
          </a:p>
          <a:p>
            <a:pPr algn="l">
              <a:lnSpc>
                <a:spcPct val="105000"/>
              </a:lnSpc>
              <a:spcAft>
                <a:spcPts val="400"/>
              </a:spcAft>
            </a:pPr>
            <a:r>
              <a:rPr sz="919" dirty="0">
                <a:solidFill>
                  <a:srgbClr val="121212"/>
                </a:solidFill>
                <a:latin typeface="Arial"/>
              </a:rPr>
              <a:t>• From Retinal Pixels to Patients: Evolution of Deep Learning Research in Diabetic Retinopathy Screening. arXiv:2511.11065, 2025.</a:t>
            </a:r>
          </a:p>
          <a:p>
            <a:pPr algn="l">
              <a:lnSpc>
                <a:spcPct val="105000"/>
              </a:lnSpc>
              <a:spcAft>
                <a:spcPts val="400"/>
              </a:spcAft>
            </a:pPr>
            <a:r>
              <a:rPr sz="919" dirty="0">
                <a:solidFill>
                  <a:srgbClr val="121212"/>
                </a:solidFill>
                <a:latin typeface="Arial"/>
              </a:rPr>
              <a:t>• Cross-camera external validation for artificial intelligence software in diagnosis of diabetic retinopathy. PMC8926465, 2022.</a:t>
            </a:r>
          </a:p>
        </p:txBody>
      </p:sp>
      <p:sp>
        <p:nvSpPr>
          <p:cNvPr id="7" name="TextBox 6">
            <a:extLst>
              <a:ext uri="{FF2B5EF4-FFF2-40B4-BE49-F238E27FC236}">
                <a16:creationId xmlns:a16="http://schemas.microsoft.com/office/drawing/2014/main" id="{20203F86-CDFA-B93E-DF6D-3F1C21538AEF}"/>
              </a:ext>
            </a:extLst>
          </p:cNvPr>
          <p:cNvSpPr txBox="1"/>
          <p:nvPr/>
        </p:nvSpPr>
        <p:spPr>
          <a:xfrm>
            <a:off x="8801100" y="4792436"/>
            <a:ext cx="342900" cy="261610"/>
          </a:xfrm>
          <a:prstGeom prst="rect">
            <a:avLst/>
          </a:prstGeom>
          <a:noFill/>
        </p:spPr>
        <p:txBody>
          <a:bodyPr wrap="square" rtlCol="0">
            <a:spAutoFit/>
          </a:bodyPr>
          <a:lstStyle/>
          <a:p>
            <a:r>
              <a:rPr lang="en-US" sz="1100" dirty="0"/>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32"/>
          <p:cNvSpPr txBox="1">
            <a:spLocks noGrp="1"/>
          </p:cNvSpPr>
          <p:nvPr>
            <p:ph type="title"/>
          </p:nvPr>
        </p:nvSpPr>
        <p:spPr>
          <a:xfrm>
            <a:off x="866073" y="1977949"/>
            <a:ext cx="3592512" cy="593801"/>
          </a:xfrm>
          <a:prstGeom prst="rect">
            <a:avLst/>
          </a:prstGeom>
          <a:noFill/>
          <a:ln>
            <a:noFill/>
          </a:ln>
        </p:spPr>
        <p:txBody>
          <a:bodyPr spcFirstLastPara="1" wrap="square" lIns="91425" tIns="45700" rIns="91425" bIns="45700" anchor="t" anchorCtr="0">
            <a:normAutofit fontScale="90000"/>
          </a:bodyPr>
          <a:lstStyle/>
          <a:p>
            <a:pPr marL="0" lvl="0" indent="0" algn="ctr" rtl="0">
              <a:lnSpc>
                <a:spcPct val="100000"/>
              </a:lnSpc>
              <a:spcBef>
                <a:spcPts val="0"/>
              </a:spcBef>
              <a:spcAft>
                <a:spcPts val="0"/>
              </a:spcAft>
              <a:buClr>
                <a:schemeClr val="dk1"/>
              </a:buClr>
              <a:buSzPct val="100000"/>
              <a:buFont typeface="Arial"/>
              <a:buNone/>
            </a:pPr>
            <a:r>
              <a:rPr lang="en-US" sz="3600"/>
              <a:t>THANK YOU</a:t>
            </a:r>
            <a:endParaRPr/>
          </a:p>
        </p:txBody>
      </p:sp>
      <p:sp>
        <p:nvSpPr>
          <p:cNvPr id="12" name="TYSub"/>
          <p:cNvSpPr txBox="1"/>
          <p:nvPr/>
        </p:nvSpPr>
        <p:spPr>
          <a:xfrm>
            <a:off x="500000" y="2650000"/>
            <a:ext cx="4000000" cy="380000"/>
          </a:xfrm>
          <a:prstGeom prst="rect">
            <a:avLst/>
          </a:prstGeom>
          <a:noFill/>
        </p:spPr>
        <p:txBody>
          <a:bodyPr wrap="square" lIns="0" tIns="0" rIns="0" bIns="0">
            <a:spAutoFit/>
          </a:bodyPr>
          <a:lstStyle/>
          <a:p>
            <a:pPr algn="ctr"/>
            <a:r>
              <a:rPr lang="en-US" sz="1400" i="1" dirty="0">
                <a:solidFill>
                  <a:srgbClr val="444444"/>
                </a:solidFill>
              </a:rPr>
              <a:t>Questions? We’d love to discuss!</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16647</TotalTime>
  <Words>737</Words>
  <Application>Microsoft Office PowerPoint</Application>
  <PresentationFormat>On-screen Show (16:9)</PresentationFormat>
  <Paragraphs>142</Paragraphs>
  <Slides>10</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Aptos Display</vt:lpstr>
      <vt:lpstr>Arial</vt:lpstr>
      <vt:lpstr>Calibri</vt:lpstr>
      <vt:lpstr>Office Theme</vt:lpstr>
      <vt:lpstr>PowerPoint Presentation</vt:lpstr>
      <vt:lpstr>About Diabetic Retinopathy</vt:lpstr>
      <vt:lpstr>PowerPoint Presentation</vt:lpstr>
      <vt:lpstr>Research Aim</vt:lpstr>
      <vt:lpstr>PowerPoint Presentation</vt:lpstr>
      <vt:lpstr>How It Differs From Current Work</vt:lpstr>
      <vt:lpstr>PowerPoint Presentation</vt:lpstr>
      <vt:lpstr>Next Steps</vt:lpstr>
      <vt:lpstr>References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Roy Suja, Roshan</dc:creator>
  <cp:lastModifiedBy>Kazim Alikhan</cp:lastModifiedBy>
  <cp:revision>18</cp:revision>
  <dcterms:modified xsi:type="dcterms:W3CDTF">2026-08-01T08:50:42Z</dcterms:modified>
</cp:coreProperties>
</file>