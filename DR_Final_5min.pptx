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7" r:id="rId1"/>
  </p:sldMasterIdLst>
  <p:notesMasterIdLst>
    <p:notesMasterId r:id="rId12"/>
  </p:notesMasterIdLst>
  <p:handoutMasterIdLst>
    <p:handoutMasterId r:id="rId13"/>
  </p:handoutMasterIdLst>
  <p:sldIdLst>
    <p:sldId id="256" r:id="rId2"/>
    <p:sldId id="258" r:id="rId3"/>
    <p:sldId id="303" r:id="rId29"/>
    <p:sldId id="304" r:id="rId30"/>
    <p:sldId id="308" r:id="rId34"/>
    <p:sldId id="309" r:id="rId35"/>
    <p:sldId id="310" r:id="rId36"/>
    <p:sldId id="305" r:id="rId31"/>
    <p:sldId id="288" r:id="rId7"/>
    <p:sldId id="293" r:id="rId19"/>
    <p:sldId id="311" r:id="rId37"/>
    <p:sldId id="306" r:id="rId32"/>
    <p:sldId id="312" r:id="rId38"/>
    <p:sldId id="265" r:id="rId10"/>
    <p:sldId id="267" r:id="rId11"/>
  </p:sldIdLst>
  <p:sldSz cx="9144000" cy="5143500" type="screen16x9"/>
  <p:notesSz cx="9144000" cy="6858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72" autoAdjust="0"/>
    <p:restoredTop sz="94660"/>
  </p:normalViewPr>
  <p:slideViewPr>
    <p:cSldViewPr snapToGrid="0">
      <p:cViewPr varScale="1">
        <p:scale>
          <a:sx n="119" d="100"/>
          <a:sy n="119" d="100"/>
        </p:scale>
        <p:origin x="446" y="96"/>
      </p:cViewPr>
      <p:guideLst>
        <p:guide orient="horz" pos="1620"/>
        <p:guide pos="288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7" Type="http://schemas.openxmlformats.org/officeDocument/2006/relationships/slide" Target="slides/slide9.xml"/><Relationship Id="rId10" Type="http://schemas.openxmlformats.org/officeDocument/2006/relationships/slide" Target="slides/slide14.xml"/><Relationship Id="rId11" Type="http://schemas.openxmlformats.org/officeDocument/2006/relationships/slide" Target="slides/slide15.xml"/><Relationship Id="rId12" Type="http://schemas.openxmlformats.org/officeDocument/2006/relationships/notesMaster" Target="notesMasters/notesMaster1.xml"/><Relationship Id="rId13" Type="http://schemas.openxmlformats.org/officeDocument/2006/relationships/handoutMaster" Target="handoutMasters/handout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9" Type="http://schemas.openxmlformats.org/officeDocument/2006/relationships/slide" Target="slides/slide10.xml"/><Relationship Id="rId29" Type="http://schemas.openxmlformats.org/officeDocument/2006/relationships/slide" Target="slides/slide3.xml"/><Relationship Id="rId30" Type="http://schemas.openxmlformats.org/officeDocument/2006/relationships/slide" Target="slides/slide4.xml"/><Relationship Id="rId31" Type="http://schemas.openxmlformats.org/officeDocument/2006/relationships/slide" Target="slides/slide8.xml"/><Relationship Id="rId32" Type="http://schemas.openxmlformats.org/officeDocument/2006/relationships/slide" Target="slides/slide12.xml"/><Relationship Id="rId34" Type="http://schemas.openxmlformats.org/officeDocument/2006/relationships/slide" Target="slides/slide5.xml"/><Relationship Id="rId35" Type="http://schemas.openxmlformats.org/officeDocument/2006/relationships/slide" Target="slides/slide6.xml"/><Relationship Id="rId36" Type="http://schemas.openxmlformats.org/officeDocument/2006/relationships/slide" Target="slides/slide7.xml"/><Relationship Id="rId37" Type="http://schemas.openxmlformats.org/officeDocument/2006/relationships/slide" Target="slides/slide11.xml"/><Relationship Id="rId38" Type="http://schemas.openxmlformats.org/officeDocument/2006/relationships/slide" Target="slides/slide1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B312860-1975-8061-2CE3-B8E45943A683}"/>
              </a:ext>
            </a:extLst>
          </p:cNvPr>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04CFCB5A-3658-0982-E0B8-69C71A92D52F}"/>
              </a:ext>
            </a:extLst>
          </p:cNvPr>
          <p:cNvSpPr>
            <a:spLocks noGrp="1"/>
          </p:cNvSpPr>
          <p:nvPr>
            <p:ph type="dt" sz="quarter" idx="1"/>
          </p:nvPr>
        </p:nvSpPr>
        <p:spPr>
          <a:xfrm>
            <a:off x="5180013" y="0"/>
            <a:ext cx="3962400" cy="344488"/>
          </a:xfrm>
          <a:prstGeom prst="rect">
            <a:avLst/>
          </a:prstGeom>
        </p:spPr>
        <p:txBody>
          <a:bodyPr vert="horz" lIns="91440" tIns="45720" rIns="91440" bIns="45720" rtlCol="0"/>
          <a:lstStyle>
            <a:lvl1pPr algn="r">
              <a:defRPr sz="1200"/>
            </a:lvl1pPr>
          </a:lstStyle>
          <a:p>
            <a:fld id="{DF0A7F9D-9802-4ED6-BF56-25C5E2F82295}" type="datetimeFigureOut">
              <a:rPr lang="en-US" smtClean="0"/>
              <a:t>7/22/2026</a:t>
            </a:fld>
            <a:endParaRPr lang="en-US"/>
          </a:p>
        </p:txBody>
      </p:sp>
      <p:sp>
        <p:nvSpPr>
          <p:cNvPr id="4" name="Footer Placeholder 3">
            <a:extLst>
              <a:ext uri="{FF2B5EF4-FFF2-40B4-BE49-F238E27FC236}">
                <a16:creationId xmlns:a16="http://schemas.microsoft.com/office/drawing/2014/main" id="{55939F0A-E2E7-21E1-8E46-E4DB86F5B260}"/>
              </a:ext>
            </a:extLst>
          </p:cNvPr>
          <p:cNvSpPr>
            <a:spLocks noGrp="1"/>
          </p:cNvSpPr>
          <p:nvPr>
            <p:ph type="ftr" sz="quarter" idx="2"/>
          </p:nvPr>
        </p:nvSpPr>
        <p:spPr>
          <a:xfrm>
            <a:off x="0" y="6513513"/>
            <a:ext cx="3962400" cy="3444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7AE522C-0746-6130-9787-88A42369E183}"/>
              </a:ext>
            </a:extLst>
          </p:cNvPr>
          <p:cNvSpPr>
            <a:spLocks noGrp="1"/>
          </p:cNvSpPr>
          <p:nvPr>
            <p:ph type="sldNum" sz="quarter" idx="3"/>
          </p:nvPr>
        </p:nvSpPr>
        <p:spPr>
          <a:xfrm>
            <a:off x="5180013" y="6513513"/>
            <a:ext cx="3962400" cy="344487"/>
          </a:xfrm>
          <a:prstGeom prst="rect">
            <a:avLst/>
          </a:prstGeom>
        </p:spPr>
        <p:txBody>
          <a:bodyPr vert="horz" lIns="91440" tIns="45720" rIns="91440" bIns="45720" rtlCol="0" anchor="b"/>
          <a:lstStyle>
            <a:lvl1pPr algn="r">
              <a:defRPr sz="1200"/>
            </a:lvl1pPr>
          </a:lstStyle>
          <a:p>
            <a:fld id="{3D1515B6-B6AE-41D6-8F0F-4DD928EAAC26}" type="slidenum">
              <a:rPr lang="en-US" smtClean="0"/>
              <a:t>‹#›</a:t>
            </a:fld>
            <a:endParaRPr lang="en-US"/>
          </a:p>
        </p:txBody>
      </p:sp>
    </p:spTree>
    <p:extLst>
      <p:ext uri="{BB962C8B-B14F-4D97-AF65-F5344CB8AC3E}">
        <p14:creationId xmlns:p14="http://schemas.microsoft.com/office/powerpoint/2010/main" val="4078308341"/>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962400" cy="344091"/>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5179484" y="0"/>
            <a:ext cx="3962400" cy="344091"/>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514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914400" y="3300412"/>
            <a:ext cx="7315200" cy="2700338"/>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6513910"/>
            <a:ext cx="3962400" cy="344090"/>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5179484" y="6513910"/>
            <a:ext cx="3962400" cy="34409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hf sldNum="0" hdr="0" ftr="0" dt="0"/>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p1:notes"/>
          <p:cNvSpPr>
            <a:spLocks noGrp="1" noRot="1" noChangeAspect="1"/>
          </p:cNvSpPr>
          <p:nvPr>
            <p:ph type="sldImg" idx="2"/>
          </p:nvPr>
        </p:nvSpPr>
        <p:spPr>
          <a:xfrm>
            <a:off x="2514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2" name="Google Shape;182;p1:notes"/>
          <p:cNvSpPr txBox="1">
            <a:spLocks noGrp="1"/>
          </p:cNvSpPr>
          <p:nvPr>
            <p:ph type="body" idx="1"/>
          </p:nvPr>
        </p:nvSpPr>
        <p:spPr>
          <a:xfrm>
            <a:off x="914400" y="3300412"/>
            <a:ext cx="7315200" cy="2700338"/>
          </a:xfrm>
          <a:prstGeom prst="rect">
            <a:avLst/>
          </a:prstGeom>
          <a:noFill/>
          <a:ln>
            <a:noFill/>
          </a:ln>
        </p:spPr>
        <p:txBody>
          <a:bodyPr spcFirstLastPara="1" wrap="square" lIns="91425" tIns="45700" rIns="91425" bIns="45700" anchor="t" anchorCtr="0">
            <a:noAutofit/>
          </a:bodyPr>
          <a:lstStyle/>
          <a:p>
            <a:r>
              <a:t>[0:08] Hi, my project is early detection of diabetic retinopathy from retinal photographs.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p22:notes"/>
          <p:cNvSpPr txBox="1">
            <a:spLocks noGrp="1"/>
          </p:cNvSpPr>
          <p:nvPr>
            <p:ph type="body" idx="1"/>
          </p:nvPr>
        </p:nvSpPr>
        <p:spPr>
          <a:xfrm>
            <a:off x="914400" y="3300412"/>
            <a:ext cx="7315200" cy="2700338"/>
          </a:xfrm>
          <a:prstGeom prst="rect">
            <a:avLst/>
          </a:prstGeom>
          <a:noFill/>
          <a:ln>
            <a:noFill/>
          </a:ln>
        </p:spPr>
        <p:txBody>
          <a:bodyPr spcFirstLastPara="1" wrap="square" lIns="91425" tIns="45700" rIns="91425" bIns="45700" anchor="t" anchorCtr="0">
            <a:noAutofit/>
          </a:bodyPr>
          <a:lstStyle/>
          <a:p>
            <a:r>
              <a:t>[0:03] Thank you for listening.</a:t>
            </a:r>
          </a:p>
        </p:txBody>
      </p:sp>
      <p:sp>
        <p:nvSpPr>
          <p:cNvPr id="269" name="Google Shape;269;p22:notes"/>
          <p:cNvSpPr>
            <a:spLocks noGrp="1" noRot="1" noChangeAspect="1"/>
          </p:cNvSpPr>
          <p:nvPr>
            <p:ph type="sldImg" idx="2"/>
          </p:nvPr>
        </p:nvSpPr>
        <p:spPr>
          <a:xfrm>
            <a:off x="2514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[0:22] Let me start with why. The number of adults living with diabetes grew from 151 million in 2000 to 589 million in 2024. Each of them needs regular retinal screening, so the number of fundus images to grade keeps growing.</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[0:20] But the screening pathway breaks down before an image is graded. About 60 percent of patients do not get an annual eye exam, grading takes specialist time, and early disease has no symptoms, so late detection lets preventable vision loss progress.</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[0:20] So the goal is a triage aid for the ophthalmologist, not a replacement. The model reads a fundus image and gives a calibrated probability of early disease, grades 1 and 2, at a fixed specificity, so high-risk images are seen first.</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Here is an early result from my own runs. I trained on DDR and on a merge with EyePACS, and tested on held-out EyePACS patients with one frozen threshold. The original merge has specificity 0.013: it flags 99 percent of healthy images, because it learned which dataset an image came from. A source-balanced merge reaches 0.89, close to the 0.90 target. DDR alone gives 0.39.</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[0:25] So my research question is: does merging datasets help early detection, or does the model only learn the source? RQ1: does adding EyePACS improve sensitivity at a fixed specificity on unseen sources? RQ2: do calibrated probabilities and a frozen threshold still hold on unseen data?</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[0:25] This work builds on a few key pieces. Gulshan and colleagues showed deep learning for referable DR. DDR, EyePACS and APTOS are my data sources, and temperature scaling gives calibrated outputs. What I still need to do is a literature search for early-DR and merged-data studies.</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[0:25] How is this different? The common target is referable DR; mine is early DR at a fixed specificity. I test the merge instead of assuming it helps, I compare imbalance methods one at a time with a control, I test on held-out patients and an external set, and I report calibrated probabilities. It is not a new network: the value is the design and the evidence.</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[0:20] The method has three arms with everything else the same. A is DDR only, B is DDR plus EyePACS source-balanced, and C is my earlier merge as a negative control. I also test a weighted sampler, class-balanced and focal loss, and augmentation, one at a time.</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[0:20] This is the full pipeline: preprocess, EfficientNet-B0, then on validation only I pick the best epoch, fit temperature scaling and prior-shift correction, and freeze a threshold at specificity 0.90. Test sets are opened after that.</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[0:25] For data I use DDR, EyePACS split by patient, and APTOS as an external test only. The splits are frozen files, the model is EfficientNet-B0 at 512 pixels with three seeds on a Kaggle GPU, and test sets are opened only through a declared analysis.</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[0:20] Six rules keep the evidence trustworthy: freeze splits first, declare the analysis, change one thing per run, select on validation only, measure the noise with seeds and bootstrap intervals, and open the test once with external data last.</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[0:15] Next steps: five seeds on the group-aware split, full reporting with intervals, calibration and per-grade results, own-source operating points, and a matched-subset check on APTOS. Then the literature search and the thesis writing.</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[0:03] These are my references.</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1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1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 Id="rId3" Type="http://schemas.openxmlformats.org/officeDocument/2006/relationships/image" Target="../media/image10.png"/><Relationship Id="rId4"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136195" y="2318983"/>
            <a:ext cx="5654749" cy="55238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chemeClr val="dk1"/>
              </a:buClr>
              <a:buSzPts val="2400"/>
              <a:buFont typeface="Arial"/>
              <a:buNone/>
              <a:defRPr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
          <p:cNvSpPr txBox="1">
            <a:spLocks noGrp="1"/>
          </p:cNvSpPr>
          <p:nvPr>
            <p:ph type="subTitle" idx="1"/>
          </p:nvPr>
        </p:nvSpPr>
        <p:spPr>
          <a:xfrm>
            <a:off x="1136195" y="2894946"/>
            <a:ext cx="5654749" cy="1314450"/>
          </a:xfrm>
          <a:prstGeom prst="rect">
            <a:avLst/>
          </a:prstGeom>
          <a:noFill/>
          <a:ln>
            <a:noFill/>
          </a:ln>
        </p:spPr>
        <p:txBody>
          <a:bodyPr spcFirstLastPara="1" wrap="square" lIns="91425" tIns="45700" rIns="91425" bIns="45700" anchor="t" anchorCtr="0">
            <a:noAutofit/>
          </a:bodyPr>
          <a:lstStyle>
            <a:lvl1pPr lvl="0" algn="l">
              <a:lnSpc>
                <a:spcPct val="100000"/>
              </a:lnSpc>
              <a:spcBef>
                <a:spcPts val="340"/>
              </a:spcBef>
              <a:spcAft>
                <a:spcPts val="0"/>
              </a:spcAft>
              <a:buClr>
                <a:srgbClr val="4A4F55"/>
              </a:buClr>
              <a:buSzPts val="1700"/>
              <a:buNone/>
              <a:defRPr>
                <a:solidFill>
                  <a:srgbClr val="4A4F55"/>
                </a:solidFill>
              </a:defRPr>
            </a:lvl1pPr>
            <a:lvl2pPr lvl="1" algn="ctr">
              <a:lnSpc>
                <a:spcPct val="100000"/>
              </a:lnSpc>
              <a:spcBef>
                <a:spcPts val="300"/>
              </a:spcBef>
              <a:spcAft>
                <a:spcPts val="0"/>
              </a:spcAft>
              <a:buClr>
                <a:srgbClr val="888888"/>
              </a:buClr>
              <a:buSzPts val="1500"/>
              <a:buNone/>
              <a:defRPr>
                <a:solidFill>
                  <a:srgbClr val="888888"/>
                </a:solidFill>
              </a:defRPr>
            </a:lvl2pPr>
            <a:lvl3pPr lvl="2" algn="ctr">
              <a:lnSpc>
                <a:spcPct val="100000"/>
              </a:lnSpc>
              <a:spcBef>
                <a:spcPts val="280"/>
              </a:spcBef>
              <a:spcAft>
                <a:spcPts val="0"/>
              </a:spcAft>
              <a:buClr>
                <a:srgbClr val="888888"/>
              </a:buClr>
              <a:buSzPts val="1400"/>
              <a:buNone/>
              <a:defRPr>
                <a:solidFill>
                  <a:srgbClr val="888888"/>
                </a:solidFill>
              </a:defRPr>
            </a:lvl3pPr>
            <a:lvl4pPr lvl="3" algn="ctr">
              <a:lnSpc>
                <a:spcPct val="100000"/>
              </a:lnSpc>
              <a:spcBef>
                <a:spcPts val="240"/>
              </a:spcBef>
              <a:spcAft>
                <a:spcPts val="0"/>
              </a:spcAft>
              <a:buClr>
                <a:srgbClr val="888888"/>
              </a:buClr>
              <a:buSzPts val="1200"/>
              <a:buNone/>
              <a:defRPr>
                <a:solidFill>
                  <a:srgbClr val="888888"/>
                </a:solidFill>
              </a:defRPr>
            </a:lvl4pPr>
            <a:lvl5pPr lvl="4" algn="ctr">
              <a:lnSpc>
                <a:spcPct val="100000"/>
              </a:lnSpc>
              <a:spcBef>
                <a:spcPts val="200"/>
              </a:spcBef>
              <a:spcAft>
                <a:spcPts val="0"/>
              </a:spcAft>
              <a:buClr>
                <a:srgbClr val="888888"/>
              </a:buClr>
              <a:buSzPts val="1000"/>
              <a:buNone/>
              <a:defRPr>
                <a:solidFill>
                  <a:srgbClr val="888888"/>
                </a:solidFill>
              </a:defRPr>
            </a:lvl5pPr>
            <a:lvl6pPr lvl="5" algn="ctr">
              <a:lnSpc>
                <a:spcPct val="100000"/>
              </a:lnSpc>
              <a:spcBef>
                <a:spcPts val="300"/>
              </a:spcBef>
              <a:spcAft>
                <a:spcPts val="0"/>
              </a:spcAft>
              <a:buClr>
                <a:srgbClr val="888888"/>
              </a:buClr>
              <a:buSzPts val="1500"/>
              <a:buNone/>
              <a:defRPr>
                <a:solidFill>
                  <a:srgbClr val="888888"/>
                </a:solidFill>
              </a:defRPr>
            </a:lvl6pPr>
            <a:lvl7pPr lvl="6" algn="ctr">
              <a:lnSpc>
                <a:spcPct val="100000"/>
              </a:lnSpc>
              <a:spcBef>
                <a:spcPts val="300"/>
              </a:spcBef>
              <a:spcAft>
                <a:spcPts val="0"/>
              </a:spcAft>
              <a:buClr>
                <a:srgbClr val="888888"/>
              </a:buClr>
              <a:buSzPts val="1500"/>
              <a:buNone/>
              <a:defRPr>
                <a:solidFill>
                  <a:srgbClr val="888888"/>
                </a:solidFill>
              </a:defRPr>
            </a:lvl7pPr>
            <a:lvl8pPr lvl="7" algn="ctr">
              <a:lnSpc>
                <a:spcPct val="100000"/>
              </a:lnSpc>
              <a:spcBef>
                <a:spcPts val="300"/>
              </a:spcBef>
              <a:spcAft>
                <a:spcPts val="0"/>
              </a:spcAft>
              <a:buClr>
                <a:srgbClr val="888888"/>
              </a:buClr>
              <a:buSzPts val="1500"/>
              <a:buNone/>
              <a:defRPr>
                <a:solidFill>
                  <a:srgbClr val="888888"/>
                </a:solidFill>
              </a:defRPr>
            </a:lvl8pPr>
            <a:lvl9pPr lvl="8" algn="ctr">
              <a:lnSpc>
                <a:spcPct val="100000"/>
              </a:lnSpc>
              <a:spcBef>
                <a:spcPts val="300"/>
              </a:spcBef>
              <a:spcAft>
                <a:spcPts val="0"/>
              </a:spcAft>
              <a:buClr>
                <a:srgbClr val="888888"/>
              </a:buClr>
              <a:buSzPts val="1500"/>
              <a:buNone/>
              <a:defRPr>
                <a:solidFill>
                  <a:srgbClr val="888888"/>
                </a:solidFill>
              </a:defRPr>
            </a:lvl9pPr>
          </a:lstStyle>
          <a:p>
            <a:endParaRPr/>
          </a:p>
        </p:txBody>
      </p:sp>
      <p:sp>
        <p:nvSpPr>
          <p:cNvPr id="18" name="Google Shape;18;p2"/>
          <p:cNvSpPr txBox="1">
            <a:spLocks noGrp="1"/>
          </p:cNvSpPr>
          <p:nvPr>
            <p:ph type="sldNum" idx="12"/>
          </p:nvPr>
        </p:nvSpPr>
        <p:spPr>
          <a:xfrm>
            <a:off x="7010400" y="4869656"/>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pic>
        <p:nvPicPr>
          <p:cNvPr id="19" name="Google Shape;19;p2" descr="A close up of a logo  Description automatically generated"/>
          <p:cNvPicPr preferRelativeResize="0"/>
          <p:nvPr/>
        </p:nvPicPr>
        <p:blipFill rotWithShape="1">
          <a:blip r:embed="rId2">
            <a:alphaModFix/>
          </a:blip>
          <a:srcRect/>
          <a:stretch/>
        </p:blipFill>
        <p:spPr>
          <a:xfrm>
            <a:off x="0" y="0"/>
            <a:ext cx="9144000" cy="1262063"/>
          </a:xfrm>
          <a:prstGeom prst="rect">
            <a:avLst/>
          </a:prstGeom>
          <a:noFill/>
          <a:ln>
            <a:noFill/>
          </a:ln>
        </p:spPr>
      </p:pic>
      <p:pic>
        <p:nvPicPr>
          <p:cNvPr id="20" name="Google Shape;20;p2"/>
          <p:cNvPicPr preferRelativeResize="0"/>
          <p:nvPr/>
        </p:nvPicPr>
        <p:blipFill rotWithShape="1">
          <a:blip r:embed="rId3">
            <a:alphaModFix/>
          </a:blip>
          <a:srcRect b="6847"/>
          <a:stretch/>
        </p:blipFill>
        <p:spPr>
          <a:xfrm>
            <a:off x="299504" y="184149"/>
            <a:ext cx="1819687" cy="1937259"/>
          </a:xfrm>
          <a:prstGeom prst="rect">
            <a:avLst/>
          </a:prstGeom>
          <a:noFill/>
          <a:ln>
            <a:noFill/>
          </a:ln>
        </p:spPr>
      </p:pic>
      <p:pic>
        <p:nvPicPr>
          <p:cNvPr id="21" name="Google Shape;21;p2" descr="A close up of a logo  Description automatically generated"/>
          <p:cNvPicPr preferRelativeResize="0"/>
          <p:nvPr/>
        </p:nvPicPr>
        <p:blipFill rotWithShape="1">
          <a:blip r:embed="rId4">
            <a:alphaModFix/>
          </a:blip>
          <a:srcRect/>
          <a:stretch/>
        </p:blipFill>
        <p:spPr>
          <a:xfrm>
            <a:off x="2096677" y="934104"/>
            <a:ext cx="6928451" cy="538523"/>
          </a:xfrm>
          <a:prstGeom prst="rect">
            <a:avLst/>
          </a:prstGeom>
          <a:noFill/>
          <a:ln>
            <a:noFill/>
          </a:ln>
        </p:spPr>
      </p:pic>
      <p:pic>
        <p:nvPicPr>
          <p:cNvPr id="22" name="Google Shape;22;p2"/>
          <p:cNvPicPr preferRelativeResize="0"/>
          <p:nvPr/>
        </p:nvPicPr>
        <p:blipFill rotWithShape="1">
          <a:blip r:embed="rId5">
            <a:alphaModFix amt="12000"/>
          </a:blip>
          <a:srcRect l="4751" t="1941" r="-4750" b="51083"/>
          <a:stretch/>
        </p:blipFill>
        <p:spPr>
          <a:xfrm>
            <a:off x="6864096" y="1829521"/>
            <a:ext cx="1924301" cy="331397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_Title and Content" type="obj">
  <p:cSld name="OBJECT">
    <p:spTree>
      <p:nvGrpSpPr>
        <p:cNvPr id="1" name="Shape 23"/>
        <p:cNvGrpSpPr/>
        <p:nvPr/>
      </p:nvGrpSpPr>
      <p:grpSpPr>
        <a:xfrm>
          <a:off x="0" y="0"/>
          <a:ext cx="0" cy="0"/>
          <a:chOff x="0" y="0"/>
          <a:chExt cx="0" cy="0"/>
        </a:xfrm>
      </p:grpSpPr>
      <p:sp>
        <p:nvSpPr>
          <p:cNvPr id="24" name="Google Shape;24;p3"/>
          <p:cNvSpPr txBox="1">
            <a:spLocks noGrp="1"/>
          </p:cNvSpPr>
          <p:nvPr>
            <p:ph type="title"/>
          </p:nvPr>
        </p:nvSpPr>
        <p:spPr>
          <a:xfrm>
            <a:off x="536408" y="237636"/>
            <a:ext cx="8140628"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3"/>
          <p:cNvSpPr txBox="1">
            <a:spLocks noGrp="1"/>
          </p:cNvSpPr>
          <p:nvPr>
            <p:ph type="body" idx="1"/>
          </p:nvPr>
        </p:nvSpPr>
        <p:spPr>
          <a:xfrm>
            <a:off x="536408" y="1177748"/>
            <a:ext cx="8140628" cy="3394472"/>
          </a:xfrm>
          <a:prstGeom prst="rect">
            <a:avLst/>
          </a:prstGeom>
          <a:noFill/>
          <a:ln>
            <a:noFill/>
          </a:ln>
        </p:spPr>
        <p:txBody>
          <a:bodyPr spcFirstLastPara="1" wrap="square" lIns="91425" tIns="45700" rIns="91425" bIns="45700" anchor="t" anchorCtr="0">
            <a:noAutofit/>
          </a:bodyPr>
          <a:lstStyle>
            <a:lvl1pPr marL="457200" lvl="0" indent="-228600" algn="l">
              <a:lnSpc>
                <a:spcPct val="100000"/>
              </a:lnSpc>
              <a:spcBef>
                <a:spcPts val="360"/>
              </a:spcBef>
              <a:spcAft>
                <a:spcPts val="0"/>
              </a:spcAft>
              <a:buClr>
                <a:schemeClr val="dk1"/>
              </a:buClr>
              <a:buSzPts val="1800"/>
              <a:buNone/>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o"/>
              <a:defRPr/>
            </a:lvl3pPr>
            <a:lvl4pPr marL="1828800" lvl="3" indent="-342900" algn="l">
              <a:lnSpc>
                <a:spcPct val="100000"/>
              </a:lnSpc>
              <a:spcBef>
                <a:spcPts val="360"/>
              </a:spcBef>
              <a:spcAft>
                <a:spcPts val="0"/>
              </a:spcAft>
              <a:buClr>
                <a:srgbClr val="7F7F7F"/>
              </a:buClr>
              <a:buSzPts val="1800"/>
              <a:buChar char="–"/>
              <a:defRPr/>
            </a:lvl4pPr>
            <a:lvl5pPr marL="2286000" lvl="4" indent="-342900" algn="l">
              <a:lnSpc>
                <a:spcPct val="100000"/>
              </a:lnSpc>
              <a:spcBef>
                <a:spcPts val="360"/>
              </a:spcBef>
              <a:spcAft>
                <a:spcPts val="0"/>
              </a:spcAft>
              <a:buClr>
                <a:srgbClr val="7F7F7F"/>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pic>
        <p:nvPicPr>
          <p:cNvPr id="26" name="Google Shape;26;p3" descr="A close up of a logo  Description automatically generated"/>
          <p:cNvPicPr preferRelativeResize="0"/>
          <p:nvPr/>
        </p:nvPicPr>
        <p:blipFill rotWithShape="1">
          <a:blip r:embed="rId2">
            <a:alphaModFix/>
          </a:blip>
          <a:srcRect b="-4198"/>
          <a:stretch/>
        </p:blipFill>
        <p:spPr>
          <a:xfrm>
            <a:off x="0" y="0"/>
            <a:ext cx="876601" cy="796293"/>
          </a:xfrm>
          <a:prstGeom prst="rect">
            <a:avLst/>
          </a:prstGeom>
          <a:noFill/>
          <a:ln>
            <a:noFill/>
          </a:ln>
        </p:spPr>
      </p:pic>
      <p:grpSp>
        <p:nvGrpSpPr>
          <p:cNvPr id="27" name="Google Shape;27;p3"/>
          <p:cNvGrpSpPr/>
          <p:nvPr/>
        </p:nvGrpSpPr>
        <p:grpSpPr>
          <a:xfrm>
            <a:off x="182346" y="104249"/>
            <a:ext cx="570006" cy="4473696"/>
            <a:chOff x="182346" y="104249"/>
            <a:chExt cx="570006" cy="4473696"/>
          </a:xfrm>
        </p:grpSpPr>
        <p:pic>
          <p:nvPicPr>
            <p:cNvPr id="28" name="Google Shape;28;p3" descr="A close up of a logo  Description automatically generated"/>
            <p:cNvPicPr preferRelativeResize="0"/>
            <p:nvPr/>
          </p:nvPicPr>
          <p:blipFill rotWithShape="1">
            <a:blip r:embed="rId3">
              <a:alphaModFix/>
            </a:blip>
            <a:srcRect/>
            <a:stretch/>
          </p:blipFill>
          <p:spPr>
            <a:xfrm>
              <a:off x="182346" y="104249"/>
              <a:ext cx="570006" cy="538523"/>
            </a:xfrm>
            <a:prstGeom prst="rect">
              <a:avLst/>
            </a:prstGeom>
            <a:noFill/>
            <a:ln>
              <a:noFill/>
            </a:ln>
          </p:spPr>
        </p:pic>
        <p:sp>
          <p:nvSpPr>
            <p:cNvPr id="29" name="Google Shape;29;p3"/>
            <p:cNvSpPr/>
            <p:nvPr/>
          </p:nvSpPr>
          <p:spPr>
            <a:xfrm rot="5400000">
              <a:off x="-1801902" y="2538833"/>
              <a:ext cx="4023360" cy="54864"/>
            </a:xfrm>
            <a:prstGeom prst="rect">
              <a:avLst/>
            </a:pr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2_Section Header" type="secHead">
  <p:cSld name="SECTION_HEADER">
    <p:spTree>
      <p:nvGrpSpPr>
        <p:cNvPr id="1" name="Shape 30"/>
        <p:cNvGrpSpPr/>
        <p:nvPr/>
      </p:nvGrpSpPr>
      <p:grpSpPr>
        <a:xfrm>
          <a:off x="0" y="0"/>
          <a:ext cx="0" cy="0"/>
          <a:chOff x="0" y="0"/>
          <a:chExt cx="0" cy="0"/>
        </a:xfrm>
      </p:grpSpPr>
      <p:pic>
        <p:nvPicPr>
          <p:cNvPr id="31" name="Google Shape;31;p4" descr="A large white building  Description automatically generated"/>
          <p:cNvPicPr preferRelativeResize="0"/>
          <p:nvPr/>
        </p:nvPicPr>
        <p:blipFill rotWithShape="1">
          <a:blip r:embed="rId2">
            <a:alphaModFix/>
          </a:blip>
          <a:srcRect l="2193" t="294" r="2531" b="-293"/>
          <a:stretch/>
        </p:blipFill>
        <p:spPr>
          <a:xfrm>
            <a:off x="1793311" y="0"/>
            <a:ext cx="7350689" cy="5143500"/>
          </a:xfrm>
          <a:prstGeom prst="rect">
            <a:avLst/>
          </a:prstGeom>
          <a:noFill/>
          <a:ln>
            <a:noFill/>
          </a:ln>
        </p:spPr>
      </p:pic>
      <p:grpSp>
        <p:nvGrpSpPr>
          <p:cNvPr id="32" name="Google Shape;32;p4"/>
          <p:cNvGrpSpPr/>
          <p:nvPr/>
        </p:nvGrpSpPr>
        <p:grpSpPr>
          <a:xfrm>
            <a:off x="439200" y="0"/>
            <a:ext cx="6377354" cy="5154356"/>
            <a:chOff x="0" y="-1"/>
            <a:chExt cx="6377354" cy="5150732"/>
          </a:xfrm>
        </p:grpSpPr>
        <p:sp>
          <p:nvSpPr>
            <p:cNvPr id="33" name="Google Shape;33;p4"/>
            <p:cNvSpPr/>
            <p:nvPr/>
          </p:nvSpPr>
          <p:spPr>
            <a:xfrm>
              <a:off x="0" y="0"/>
              <a:ext cx="3059877" cy="51435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34" name="Google Shape;34;p4"/>
            <p:cNvSpPr/>
            <p:nvPr/>
          </p:nvSpPr>
          <p:spPr>
            <a:xfrm rot="5400000">
              <a:off x="2143249" y="916627"/>
              <a:ext cx="5150732" cy="3317477"/>
            </a:xfrm>
            <a:prstGeom prst="triangle">
              <a:avLst>
                <a:gd name="adj" fmla="val 0"/>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grpSp>
        <p:nvGrpSpPr>
          <p:cNvPr id="35" name="Google Shape;35;p4"/>
          <p:cNvGrpSpPr/>
          <p:nvPr/>
        </p:nvGrpSpPr>
        <p:grpSpPr>
          <a:xfrm>
            <a:off x="-80647" y="-2"/>
            <a:ext cx="6377354" cy="5156081"/>
            <a:chOff x="0" y="-1"/>
            <a:chExt cx="6377354" cy="5150732"/>
          </a:xfrm>
        </p:grpSpPr>
        <p:sp>
          <p:nvSpPr>
            <p:cNvPr id="36" name="Google Shape;36;p4"/>
            <p:cNvSpPr/>
            <p:nvPr/>
          </p:nvSpPr>
          <p:spPr>
            <a:xfrm>
              <a:off x="0" y="0"/>
              <a:ext cx="3059877" cy="51435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37" name="Google Shape;37;p4"/>
            <p:cNvSpPr/>
            <p:nvPr/>
          </p:nvSpPr>
          <p:spPr>
            <a:xfrm rot="5400000">
              <a:off x="2143249" y="916627"/>
              <a:ext cx="5150732" cy="3317477"/>
            </a:xfrm>
            <a:prstGeom prst="triangle">
              <a:avLst>
                <a:gd name="adj" fmla="val 0"/>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38" name="Google Shape;38;p4"/>
          <p:cNvSpPr/>
          <p:nvPr/>
        </p:nvSpPr>
        <p:spPr>
          <a:xfrm rot="1956373">
            <a:off x="4575729" y="1038850"/>
            <a:ext cx="133535" cy="4514253"/>
          </a:xfrm>
          <a:custGeom>
            <a:avLst/>
            <a:gdLst/>
            <a:ahLst/>
            <a:cxnLst/>
            <a:rect l="l" t="t" r="r" b="b"/>
            <a:pathLst>
              <a:path w="74404" h="4514253" extrusionOk="0">
                <a:moveTo>
                  <a:pt x="4066" y="131585"/>
                </a:moveTo>
                <a:lnTo>
                  <a:pt x="69305" y="0"/>
                </a:lnTo>
                <a:cubicBezTo>
                  <a:pt x="71005" y="1472062"/>
                  <a:pt x="72704" y="2944124"/>
                  <a:pt x="74404" y="4416186"/>
                </a:cubicBezTo>
                <a:lnTo>
                  <a:pt x="0" y="4514253"/>
                </a:lnTo>
                <a:cubicBezTo>
                  <a:pt x="3151" y="3086053"/>
                  <a:pt x="915" y="1559785"/>
                  <a:pt x="4066" y="131585"/>
                </a:cubicBezTo>
                <a:close/>
              </a:path>
            </a:pathLst>
          </a:cu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39" name="Google Shape;39;p4"/>
          <p:cNvSpPr txBox="1">
            <a:spLocks noGrp="1"/>
          </p:cNvSpPr>
          <p:nvPr>
            <p:ph type="title"/>
          </p:nvPr>
        </p:nvSpPr>
        <p:spPr>
          <a:xfrm>
            <a:off x="601358" y="470882"/>
            <a:ext cx="3592512" cy="1021556"/>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2400"/>
              <a:buFont typeface="Arial"/>
              <a:buNone/>
              <a:defRPr sz="24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4"/>
          <p:cNvSpPr txBox="1">
            <a:spLocks noGrp="1"/>
          </p:cNvSpPr>
          <p:nvPr>
            <p:ph type="body" idx="1"/>
          </p:nvPr>
        </p:nvSpPr>
        <p:spPr>
          <a:xfrm>
            <a:off x="601358" y="1492438"/>
            <a:ext cx="3592512" cy="344090"/>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00"/>
              </a:spcBef>
              <a:spcAft>
                <a:spcPts val="0"/>
              </a:spcAft>
              <a:buClr>
                <a:srgbClr val="4A4F55"/>
              </a:buClr>
              <a:buSzPts val="1500"/>
              <a:buNone/>
              <a:defRPr sz="1500">
                <a:solidFill>
                  <a:srgbClr val="4A4F55"/>
                </a:solidFill>
              </a:defRPr>
            </a:lvl1pPr>
            <a:lvl2pPr marL="914400" lvl="1" indent="-228600" algn="l">
              <a:lnSpc>
                <a:spcPct val="100000"/>
              </a:lnSpc>
              <a:spcBef>
                <a:spcPts val="270"/>
              </a:spcBef>
              <a:spcAft>
                <a:spcPts val="0"/>
              </a:spcAft>
              <a:buClr>
                <a:srgbClr val="888888"/>
              </a:buClr>
              <a:buSzPts val="1350"/>
              <a:buNone/>
              <a:defRPr sz="1350">
                <a:solidFill>
                  <a:srgbClr val="888888"/>
                </a:solidFill>
              </a:defRPr>
            </a:lvl2pPr>
            <a:lvl3pPr marL="1371600" lvl="2" indent="-228600" algn="l">
              <a:lnSpc>
                <a:spcPct val="100000"/>
              </a:lnSpc>
              <a:spcBef>
                <a:spcPts val="240"/>
              </a:spcBef>
              <a:spcAft>
                <a:spcPts val="0"/>
              </a:spcAft>
              <a:buClr>
                <a:srgbClr val="888888"/>
              </a:buClr>
              <a:buSzPts val="1200"/>
              <a:buNone/>
              <a:defRPr sz="1200">
                <a:solidFill>
                  <a:srgbClr val="888888"/>
                </a:solidFill>
              </a:defRPr>
            </a:lvl3pPr>
            <a:lvl4pPr marL="1828800" lvl="3" indent="-228600" algn="l">
              <a:lnSpc>
                <a:spcPct val="100000"/>
              </a:lnSpc>
              <a:spcBef>
                <a:spcPts val="210"/>
              </a:spcBef>
              <a:spcAft>
                <a:spcPts val="0"/>
              </a:spcAft>
              <a:buClr>
                <a:srgbClr val="888888"/>
              </a:buClr>
              <a:buSzPts val="1050"/>
              <a:buNone/>
              <a:defRPr sz="1050">
                <a:solidFill>
                  <a:srgbClr val="888888"/>
                </a:solidFill>
              </a:defRPr>
            </a:lvl4pPr>
            <a:lvl5pPr marL="2286000" lvl="4" indent="-228600" algn="l">
              <a:lnSpc>
                <a:spcPct val="100000"/>
              </a:lnSpc>
              <a:spcBef>
                <a:spcPts val="210"/>
              </a:spcBef>
              <a:spcAft>
                <a:spcPts val="0"/>
              </a:spcAft>
              <a:buClr>
                <a:srgbClr val="888888"/>
              </a:buClr>
              <a:buSzPts val="1050"/>
              <a:buNone/>
              <a:defRPr sz="1050">
                <a:solidFill>
                  <a:srgbClr val="888888"/>
                </a:solidFill>
              </a:defRPr>
            </a:lvl5pPr>
            <a:lvl6pPr marL="2743200" lvl="5" indent="-228600" algn="l">
              <a:lnSpc>
                <a:spcPct val="100000"/>
              </a:lnSpc>
              <a:spcBef>
                <a:spcPts val="210"/>
              </a:spcBef>
              <a:spcAft>
                <a:spcPts val="0"/>
              </a:spcAft>
              <a:buClr>
                <a:srgbClr val="888888"/>
              </a:buClr>
              <a:buSzPts val="1050"/>
              <a:buNone/>
              <a:defRPr sz="1050">
                <a:solidFill>
                  <a:srgbClr val="888888"/>
                </a:solidFill>
              </a:defRPr>
            </a:lvl6pPr>
            <a:lvl7pPr marL="3200400" lvl="6" indent="-228600" algn="l">
              <a:lnSpc>
                <a:spcPct val="100000"/>
              </a:lnSpc>
              <a:spcBef>
                <a:spcPts val="210"/>
              </a:spcBef>
              <a:spcAft>
                <a:spcPts val="0"/>
              </a:spcAft>
              <a:buClr>
                <a:srgbClr val="888888"/>
              </a:buClr>
              <a:buSzPts val="1050"/>
              <a:buNone/>
              <a:defRPr sz="1050">
                <a:solidFill>
                  <a:srgbClr val="888888"/>
                </a:solidFill>
              </a:defRPr>
            </a:lvl7pPr>
            <a:lvl8pPr marL="3657600" lvl="7" indent="-228600" algn="l">
              <a:lnSpc>
                <a:spcPct val="100000"/>
              </a:lnSpc>
              <a:spcBef>
                <a:spcPts val="210"/>
              </a:spcBef>
              <a:spcAft>
                <a:spcPts val="0"/>
              </a:spcAft>
              <a:buClr>
                <a:srgbClr val="888888"/>
              </a:buClr>
              <a:buSzPts val="1050"/>
              <a:buNone/>
              <a:defRPr sz="1050">
                <a:solidFill>
                  <a:srgbClr val="888888"/>
                </a:solidFill>
              </a:defRPr>
            </a:lvl8pPr>
            <a:lvl9pPr marL="4114800" lvl="8" indent="-228600" algn="l">
              <a:lnSpc>
                <a:spcPct val="100000"/>
              </a:lnSpc>
              <a:spcBef>
                <a:spcPts val="210"/>
              </a:spcBef>
              <a:spcAft>
                <a:spcPts val="0"/>
              </a:spcAft>
              <a:buClr>
                <a:srgbClr val="888888"/>
              </a:buClr>
              <a:buSzPts val="1050"/>
              <a:buNone/>
              <a:defRPr sz="1050">
                <a:solidFill>
                  <a:srgbClr val="888888"/>
                </a:solidFill>
              </a:defRPr>
            </a:lvl9pPr>
          </a:lstStyle>
          <a:p>
            <a:endParaRPr/>
          </a:p>
        </p:txBody>
      </p:sp>
      <p:sp>
        <p:nvSpPr>
          <p:cNvPr id="41" name="Google Shape;41;p4"/>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_Title Slide">
  <p:cSld name="2_Title Slide">
    <p:spTree>
      <p:nvGrpSpPr>
        <p:cNvPr id="1" name="Shape 42"/>
        <p:cNvGrpSpPr/>
        <p:nvPr/>
      </p:nvGrpSpPr>
      <p:grpSpPr>
        <a:xfrm>
          <a:off x="0" y="0"/>
          <a:ext cx="0" cy="0"/>
          <a:chOff x="0" y="0"/>
          <a:chExt cx="0" cy="0"/>
        </a:xfrm>
      </p:grpSpPr>
      <p:sp>
        <p:nvSpPr>
          <p:cNvPr id="43" name="Google Shape;43;p5"/>
          <p:cNvSpPr/>
          <p:nvPr/>
        </p:nvSpPr>
        <p:spPr>
          <a:xfrm>
            <a:off x="4683760" y="9004"/>
            <a:ext cx="4460240" cy="5134496"/>
          </a:xfrm>
          <a:prstGeom prst="rect">
            <a:avLst/>
          </a:prstGeom>
          <a:solidFill>
            <a:srgbClr val="272324"/>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44" name="Google Shape;44;p5" descr="A large white building  Description automatically generated"/>
          <p:cNvPicPr preferRelativeResize="0"/>
          <p:nvPr/>
        </p:nvPicPr>
        <p:blipFill rotWithShape="1">
          <a:blip r:embed="rId2">
            <a:alphaModFix/>
          </a:blip>
          <a:srcRect/>
          <a:stretch/>
        </p:blipFill>
        <p:spPr>
          <a:xfrm>
            <a:off x="4976603" y="556528"/>
            <a:ext cx="4167397" cy="4586971"/>
          </a:xfrm>
          <a:prstGeom prst="rect">
            <a:avLst/>
          </a:prstGeom>
          <a:noFill/>
          <a:ln>
            <a:noFill/>
          </a:ln>
          <a:effectLst>
            <a:outerShdw algn="ctr" rotWithShape="0">
              <a:srgbClr val="000000">
                <a:alpha val="42352"/>
              </a:srgbClr>
            </a:outerShdw>
          </a:effectLst>
        </p:spPr>
      </p:pic>
      <p:sp>
        <p:nvSpPr>
          <p:cNvPr id="45" name="Google Shape;45;p5"/>
          <p:cNvSpPr txBox="1">
            <a:spLocks noGrp="1"/>
          </p:cNvSpPr>
          <p:nvPr>
            <p:ph type="sldNum" idx="12"/>
          </p:nvPr>
        </p:nvSpPr>
        <p:spPr>
          <a:xfrm>
            <a:off x="7010400" y="4869656"/>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46" name="Google Shape;46;p5"/>
          <p:cNvSpPr txBox="1">
            <a:spLocks noGrp="1"/>
          </p:cNvSpPr>
          <p:nvPr>
            <p:ph type="subTitle" idx="1"/>
          </p:nvPr>
        </p:nvSpPr>
        <p:spPr>
          <a:xfrm>
            <a:off x="318901" y="1224321"/>
            <a:ext cx="4009259" cy="1314450"/>
          </a:xfrm>
          <a:prstGeom prst="rect">
            <a:avLst/>
          </a:prstGeom>
          <a:noFill/>
          <a:ln>
            <a:noFill/>
          </a:ln>
        </p:spPr>
        <p:txBody>
          <a:bodyPr spcFirstLastPara="1" wrap="square" lIns="91425" tIns="45700" rIns="91425" bIns="45700" anchor="t" anchorCtr="0">
            <a:noAutofit/>
          </a:bodyPr>
          <a:lstStyle>
            <a:lvl1pPr lvl="0" algn="l">
              <a:lnSpc>
                <a:spcPct val="100000"/>
              </a:lnSpc>
              <a:spcBef>
                <a:spcPts val="340"/>
              </a:spcBef>
              <a:spcAft>
                <a:spcPts val="0"/>
              </a:spcAft>
              <a:buClr>
                <a:srgbClr val="4A4F55"/>
              </a:buClr>
              <a:buSzPts val="1700"/>
              <a:buNone/>
              <a:defRPr>
                <a:solidFill>
                  <a:srgbClr val="4A4F55"/>
                </a:solidFill>
              </a:defRPr>
            </a:lvl1pPr>
            <a:lvl2pPr lvl="1" algn="ctr">
              <a:lnSpc>
                <a:spcPct val="100000"/>
              </a:lnSpc>
              <a:spcBef>
                <a:spcPts val="300"/>
              </a:spcBef>
              <a:spcAft>
                <a:spcPts val="0"/>
              </a:spcAft>
              <a:buClr>
                <a:srgbClr val="888888"/>
              </a:buClr>
              <a:buSzPts val="1500"/>
              <a:buNone/>
              <a:defRPr>
                <a:solidFill>
                  <a:srgbClr val="888888"/>
                </a:solidFill>
              </a:defRPr>
            </a:lvl2pPr>
            <a:lvl3pPr lvl="2" algn="ctr">
              <a:lnSpc>
                <a:spcPct val="100000"/>
              </a:lnSpc>
              <a:spcBef>
                <a:spcPts val="280"/>
              </a:spcBef>
              <a:spcAft>
                <a:spcPts val="0"/>
              </a:spcAft>
              <a:buClr>
                <a:srgbClr val="888888"/>
              </a:buClr>
              <a:buSzPts val="1400"/>
              <a:buNone/>
              <a:defRPr>
                <a:solidFill>
                  <a:srgbClr val="888888"/>
                </a:solidFill>
              </a:defRPr>
            </a:lvl3pPr>
            <a:lvl4pPr lvl="3" algn="ctr">
              <a:lnSpc>
                <a:spcPct val="100000"/>
              </a:lnSpc>
              <a:spcBef>
                <a:spcPts val="240"/>
              </a:spcBef>
              <a:spcAft>
                <a:spcPts val="0"/>
              </a:spcAft>
              <a:buClr>
                <a:srgbClr val="888888"/>
              </a:buClr>
              <a:buSzPts val="1200"/>
              <a:buNone/>
              <a:defRPr>
                <a:solidFill>
                  <a:srgbClr val="888888"/>
                </a:solidFill>
              </a:defRPr>
            </a:lvl4pPr>
            <a:lvl5pPr lvl="4" algn="ctr">
              <a:lnSpc>
                <a:spcPct val="100000"/>
              </a:lnSpc>
              <a:spcBef>
                <a:spcPts val="200"/>
              </a:spcBef>
              <a:spcAft>
                <a:spcPts val="0"/>
              </a:spcAft>
              <a:buClr>
                <a:srgbClr val="888888"/>
              </a:buClr>
              <a:buSzPts val="1000"/>
              <a:buNone/>
              <a:defRPr>
                <a:solidFill>
                  <a:srgbClr val="888888"/>
                </a:solidFill>
              </a:defRPr>
            </a:lvl5pPr>
            <a:lvl6pPr lvl="5" algn="ctr">
              <a:lnSpc>
                <a:spcPct val="100000"/>
              </a:lnSpc>
              <a:spcBef>
                <a:spcPts val="300"/>
              </a:spcBef>
              <a:spcAft>
                <a:spcPts val="0"/>
              </a:spcAft>
              <a:buClr>
                <a:srgbClr val="888888"/>
              </a:buClr>
              <a:buSzPts val="1500"/>
              <a:buNone/>
              <a:defRPr>
                <a:solidFill>
                  <a:srgbClr val="888888"/>
                </a:solidFill>
              </a:defRPr>
            </a:lvl6pPr>
            <a:lvl7pPr lvl="6" algn="ctr">
              <a:lnSpc>
                <a:spcPct val="100000"/>
              </a:lnSpc>
              <a:spcBef>
                <a:spcPts val="300"/>
              </a:spcBef>
              <a:spcAft>
                <a:spcPts val="0"/>
              </a:spcAft>
              <a:buClr>
                <a:srgbClr val="888888"/>
              </a:buClr>
              <a:buSzPts val="1500"/>
              <a:buNone/>
              <a:defRPr>
                <a:solidFill>
                  <a:srgbClr val="888888"/>
                </a:solidFill>
              </a:defRPr>
            </a:lvl7pPr>
            <a:lvl8pPr lvl="7" algn="ctr">
              <a:lnSpc>
                <a:spcPct val="100000"/>
              </a:lnSpc>
              <a:spcBef>
                <a:spcPts val="300"/>
              </a:spcBef>
              <a:spcAft>
                <a:spcPts val="0"/>
              </a:spcAft>
              <a:buClr>
                <a:srgbClr val="888888"/>
              </a:buClr>
              <a:buSzPts val="1500"/>
              <a:buNone/>
              <a:defRPr>
                <a:solidFill>
                  <a:srgbClr val="888888"/>
                </a:solidFill>
              </a:defRPr>
            </a:lvl8pPr>
            <a:lvl9pPr lvl="8" algn="ctr">
              <a:lnSpc>
                <a:spcPct val="100000"/>
              </a:lnSpc>
              <a:spcBef>
                <a:spcPts val="300"/>
              </a:spcBef>
              <a:spcAft>
                <a:spcPts val="0"/>
              </a:spcAft>
              <a:buClr>
                <a:srgbClr val="888888"/>
              </a:buClr>
              <a:buSzPts val="1500"/>
              <a:buNone/>
              <a:defRPr>
                <a:solidFill>
                  <a:srgbClr val="888888"/>
                </a:solidFill>
              </a:defRPr>
            </a:lvl9pPr>
          </a:lstStyle>
          <a:p>
            <a:endParaRPr/>
          </a:p>
        </p:txBody>
      </p:sp>
      <p:pic>
        <p:nvPicPr>
          <p:cNvPr id="47" name="Google Shape;47;p5"/>
          <p:cNvPicPr preferRelativeResize="0"/>
          <p:nvPr/>
        </p:nvPicPr>
        <p:blipFill rotWithShape="1">
          <a:blip r:embed="rId3">
            <a:alphaModFix/>
          </a:blip>
          <a:srcRect b="6847"/>
          <a:stretch/>
        </p:blipFill>
        <p:spPr>
          <a:xfrm>
            <a:off x="7713518" y="2762"/>
            <a:ext cx="1407332" cy="1498261"/>
          </a:xfrm>
          <a:prstGeom prst="rect">
            <a:avLst/>
          </a:prstGeom>
          <a:noFill/>
          <a:ln>
            <a:noFill/>
          </a:ln>
        </p:spPr>
      </p:pic>
      <p:pic>
        <p:nvPicPr>
          <p:cNvPr id="48" name="Google Shape;48;p5" descr="A close up of a logo  Description automatically generated"/>
          <p:cNvPicPr preferRelativeResize="0"/>
          <p:nvPr/>
        </p:nvPicPr>
        <p:blipFill rotWithShape="1">
          <a:blip r:embed="rId4">
            <a:alphaModFix/>
          </a:blip>
          <a:srcRect b="19853"/>
          <a:stretch/>
        </p:blipFill>
        <p:spPr>
          <a:xfrm>
            <a:off x="4840586" y="2791962"/>
            <a:ext cx="818534" cy="2200843"/>
          </a:xfrm>
          <a:prstGeom prst="rect">
            <a:avLst/>
          </a:prstGeom>
          <a:noFill/>
          <a:ln>
            <a:noFill/>
          </a:ln>
        </p:spPr>
      </p:pic>
      <p:pic>
        <p:nvPicPr>
          <p:cNvPr id="49" name="Google Shape;49;p5" descr="A picture containing baseball  Description automatically generated"/>
          <p:cNvPicPr preferRelativeResize="0"/>
          <p:nvPr/>
        </p:nvPicPr>
        <p:blipFill rotWithShape="1">
          <a:blip r:embed="rId5">
            <a:alphaModFix/>
          </a:blip>
          <a:srcRect/>
          <a:stretch/>
        </p:blipFill>
        <p:spPr>
          <a:xfrm>
            <a:off x="6606209" y="1407073"/>
            <a:ext cx="1332108" cy="877805"/>
          </a:xfrm>
          <a:prstGeom prst="rect">
            <a:avLst/>
          </a:prstGeom>
          <a:noFill/>
          <a:ln>
            <a:noFill/>
          </a:ln>
        </p:spPr>
      </p:pic>
      <p:sp>
        <p:nvSpPr>
          <p:cNvPr id="50" name="Google Shape;50;p5"/>
          <p:cNvSpPr txBox="1">
            <a:spLocks noGrp="1"/>
          </p:cNvSpPr>
          <p:nvPr>
            <p:ph type="title"/>
          </p:nvPr>
        </p:nvSpPr>
        <p:spPr>
          <a:xfrm>
            <a:off x="228600" y="170261"/>
            <a:ext cx="8769096"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5_Title Slide">
  <p:cSld name="5_Title Slide">
    <p:spTree>
      <p:nvGrpSpPr>
        <p:cNvPr id="1" name="Shape 51"/>
        <p:cNvGrpSpPr/>
        <p:nvPr/>
      </p:nvGrpSpPr>
      <p:grpSpPr>
        <a:xfrm>
          <a:off x="0" y="0"/>
          <a:ext cx="0" cy="0"/>
          <a:chOff x="0" y="0"/>
          <a:chExt cx="0" cy="0"/>
        </a:xfrm>
      </p:grpSpPr>
      <p:sp>
        <p:nvSpPr>
          <p:cNvPr id="52" name="Google Shape;52;p6"/>
          <p:cNvSpPr/>
          <p:nvPr/>
        </p:nvSpPr>
        <p:spPr>
          <a:xfrm>
            <a:off x="5332353" y="9004"/>
            <a:ext cx="3788497" cy="5134496"/>
          </a:xfrm>
          <a:prstGeom prst="rect">
            <a:avLst/>
          </a:prstGeom>
          <a:solidFill>
            <a:srgbClr val="272324"/>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53" name="Google Shape;53;p6" descr="A large white building  Description automatically generated"/>
          <p:cNvPicPr preferRelativeResize="0"/>
          <p:nvPr/>
        </p:nvPicPr>
        <p:blipFill rotWithShape="1">
          <a:blip r:embed="rId2">
            <a:alphaModFix/>
          </a:blip>
          <a:srcRect r="16118"/>
          <a:stretch/>
        </p:blipFill>
        <p:spPr>
          <a:xfrm>
            <a:off x="5625197" y="556528"/>
            <a:ext cx="3495654" cy="4586971"/>
          </a:xfrm>
          <a:prstGeom prst="rect">
            <a:avLst/>
          </a:prstGeom>
          <a:noFill/>
          <a:ln>
            <a:noFill/>
          </a:ln>
          <a:effectLst>
            <a:outerShdw algn="ctr" rotWithShape="0">
              <a:srgbClr val="000000">
                <a:alpha val="42352"/>
              </a:srgbClr>
            </a:outerShdw>
          </a:effectLst>
        </p:spPr>
      </p:pic>
      <p:sp>
        <p:nvSpPr>
          <p:cNvPr id="54" name="Google Shape;54;p6"/>
          <p:cNvSpPr txBox="1">
            <a:spLocks noGrp="1"/>
          </p:cNvSpPr>
          <p:nvPr>
            <p:ph type="sldNum" idx="12"/>
          </p:nvPr>
        </p:nvSpPr>
        <p:spPr>
          <a:xfrm>
            <a:off x="7010400" y="4869656"/>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55" name="Google Shape;55;p6"/>
          <p:cNvSpPr txBox="1">
            <a:spLocks noGrp="1"/>
          </p:cNvSpPr>
          <p:nvPr>
            <p:ph type="subTitle" idx="1"/>
          </p:nvPr>
        </p:nvSpPr>
        <p:spPr>
          <a:xfrm>
            <a:off x="318901" y="1224321"/>
            <a:ext cx="4009259" cy="1314450"/>
          </a:xfrm>
          <a:prstGeom prst="rect">
            <a:avLst/>
          </a:prstGeom>
          <a:noFill/>
          <a:ln>
            <a:noFill/>
          </a:ln>
        </p:spPr>
        <p:txBody>
          <a:bodyPr spcFirstLastPara="1" wrap="square" lIns="91425" tIns="45700" rIns="91425" bIns="45700" anchor="t" anchorCtr="0">
            <a:noAutofit/>
          </a:bodyPr>
          <a:lstStyle>
            <a:lvl1pPr lvl="0" algn="l">
              <a:lnSpc>
                <a:spcPct val="100000"/>
              </a:lnSpc>
              <a:spcBef>
                <a:spcPts val="340"/>
              </a:spcBef>
              <a:spcAft>
                <a:spcPts val="0"/>
              </a:spcAft>
              <a:buClr>
                <a:srgbClr val="4A4F55"/>
              </a:buClr>
              <a:buSzPts val="1700"/>
              <a:buNone/>
              <a:defRPr>
                <a:solidFill>
                  <a:srgbClr val="4A4F55"/>
                </a:solidFill>
              </a:defRPr>
            </a:lvl1pPr>
            <a:lvl2pPr lvl="1" algn="ctr">
              <a:lnSpc>
                <a:spcPct val="100000"/>
              </a:lnSpc>
              <a:spcBef>
                <a:spcPts val="300"/>
              </a:spcBef>
              <a:spcAft>
                <a:spcPts val="0"/>
              </a:spcAft>
              <a:buClr>
                <a:srgbClr val="888888"/>
              </a:buClr>
              <a:buSzPts val="1500"/>
              <a:buNone/>
              <a:defRPr>
                <a:solidFill>
                  <a:srgbClr val="888888"/>
                </a:solidFill>
              </a:defRPr>
            </a:lvl2pPr>
            <a:lvl3pPr lvl="2" algn="ctr">
              <a:lnSpc>
                <a:spcPct val="100000"/>
              </a:lnSpc>
              <a:spcBef>
                <a:spcPts val="280"/>
              </a:spcBef>
              <a:spcAft>
                <a:spcPts val="0"/>
              </a:spcAft>
              <a:buClr>
                <a:srgbClr val="888888"/>
              </a:buClr>
              <a:buSzPts val="1400"/>
              <a:buNone/>
              <a:defRPr>
                <a:solidFill>
                  <a:srgbClr val="888888"/>
                </a:solidFill>
              </a:defRPr>
            </a:lvl3pPr>
            <a:lvl4pPr lvl="3" algn="ctr">
              <a:lnSpc>
                <a:spcPct val="100000"/>
              </a:lnSpc>
              <a:spcBef>
                <a:spcPts val="240"/>
              </a:spcBef>
              <a:spcAft>
                <a:spcPts val="0"/>
              </a:spcAft>
              <a:buClr>
                <a:srgbClr val="888888"/>
              </a:buClr>
              <a:buSzPts val="1200"/>
              <a:buNone/>
              <a:defRPr>
                <a:solidFill>
                  <a:srgbClr val="888888"/>
                </a:solidFill>
              </a:defRPr>
            </a:lvl4pPr>
            <a:lvl5pPr lvl="4" algn="ctr">
              <a:lnSpc>
                <a:spcPct val="100000"/>
              </a:lnSpc>
              <a:spcBef>
                <a:spcPts val="200"/>
              </a:spcBef>
              <a:spcAft>
                <a:spcPts val="0"/>
              </a:spcAft>
              <a:buClr>
                <a:srgbClr val="888888"/>
              </a:buClr>
              <a:buSzPts val="1000"/>
              <a:buNone/>
              <a:defRPr>
                <a:solidFill>
                  <a:srgbClr val="888888"/>
                </a:solidFill>
              </a:defRPr>
            </a:lvl5pPr>
            <a:lvl6pPr lvl="5" algn="ctr">
              <a:lnSpc>
                <a:spcPct val="100000"/>
              </a:lnSpc>
              <a:spcBef>
                <a:spcPts val="300"/>
              </a:spcBef>
              <a:spcAft>
                <a:spcPts val="0"/>
              </a:spcAft>
              <a:buClr>
                <a:srgbClr val="888888"/>
              </a:buClr>
              <a:buSzPts val="1500"/>
              <a:buNone/>
              <a:defRPr>
                <a:solidFill>
                  <a:srgbClr val="888888"/>
                </a:solidFill>
              </a:defRPr>
            </a:lvl6pPr>
            <a:lvl7pPr lvl="6" algn="ctr">
              <a:lnSpc>
                <a:spcPct val="100000"/>
              </a:lnSpc>
              <a:spcBef>
                <a:spcPts val="300"/>
              </a:spcBef>
              <a:spcAft>
                <a:spcPts val="0"/>
              </a:spcAft>
              <a:buClr>
                <a:srgbClr val="888888"/>
              </a:buClr>
              <a:buSzPts val="1500"/>
              <a:buNone/>
              <a:defRPr>
                <a:solidFill>
                  <a:srgbClr val="888888"/>
                </a:solidFill>
              </a:defRPr>
            </a:lvl7pPr>
            <a:lvl8pPr lvl="7" algn="ctr">
              <a:lnSpc>
                <a:spcPct val="100000"/>
              </a:lnSpc>
              <a:spcBef>
                <a:spcPts val="300"/>
              </a:spcBef>
              <a:spcAft>
                <a:spcPts val="0"/>
              </a:spcAft>
              <a:buClr>
                <a:srgbClr val="888888"/>
              </a:buClr>
              <a:buSzPts val="1500"/>
              <a:buNone/>
              <a:defRPr>
                <a:solidFill>
                  <a:srgbClr val="888888"/>
                </a:solidFill>
              </a:defRPr>
            </a:lvl8pPr>
            <a:lvl9pPr lvl="8" algn="ctr">
              <a:lnSpc>
                <a:spcPct val="100000"/>
              </a:lnSpc>
              <a:spcBef>
                <a:spcPts val="300"/>
              </a:spcBef>
              <a:spcAft>
                <a:spcPts val="0"/>
              </a:spcAft>
              <a:buClr>
                <a:srgbClr val="888888"/>
              </a:buClr>
              <a:buSzPts val="1500"/>
              <a:buNone/>
              <a:defRPr>
                <a:solidFill>
                  <a:srgbClr val="888888"/>
                </a:solidFill>
              </a:defRPr>
            </a:lvl9pPr>
          </a:lstStyle>
          <a:p>
            <a:endParaRPr/>
          </a:p>
        </p:txBody>
      </p:sp>
      <p:pic>
        <p:nvPicPr>
          <p:cNvPr id="56" name="Google Shape;56;p6"/>
          <p:cNvPicPr preferRelativeResize="0"/>
          <p:nvPr/>
        </p:nvPicPr>
        <p:blipFill rotWithShape="1">
          <a:blip r:embed="rId3">
            <a:alphaModFix/>
          </a:blip>
          <a:srcRect b="6847"/>
          <a:stretch/>
        </p:blipFill>
        <p:spPr>
          <a:xfrm>
            <a:off x="7713518" y="2762"/>
            <a:ext cx="1407332" cy="1498261"/>
          </a:xfrm>
          <a:prstGeom prst="rect">
            <a:avLst/>
          </a:prstGeom>
          <a:noFill/>
          <a:ln>
            <a:noFill/>
          </a:ln>
        </p:spPr>
      </p:pic>
      <p:pic>
        <p:nvPicPr>
          <p:cNvPr id="57" name="Google Shape;57;p6" descr="A close up of a logo  Description automatically generated"/>
          <p:cNvPicPr preferRelativeResize="0"/>
          <p:nvPr/>
        </p:nvPicPr>
        <p:blipFill rotWithShape="1">
          <a:blip r:embed="rId4">
            <a:alphaModFix/>
          </a:blip>
          <a:srcRect b="19853"/>
          <a:stretch/>
        </p:blipFill>
        <p:spPr>
          <a:xfrm>
            <a:off x="5489179" y="2791962"/>
            <a:ext cx="818534" cy="2200843"/>
          </a:xfrm>
          <a:prstGeom prst="rect">
            <a:avLst/>
          </a:prstGeom>
          <a:noFill/>
          <a:ln>
            <a:noFill/>
          </a:ln>
        </p:spPr>
      </p:pic>
      <p:pic>
        <p:nvPicPr>
          <p:cNvPr id="58" name="Google Shape;58;p6" descr="A picture containing baseball  Description automatically generated"/>
          <p:cNvPicPr preferRelativeResize="0"/>
          <p:nvPr/>
        </p:nvPicPr>
        <p:blipFill rotWithShape="1">
          <a:blip r:embed="rId5">
            <a:alphaModFix/>
          </a:blip>
          <a:srcRect/>
          <a:stretch/>
        </p:blipFill>
        <p:spPr>
          <a:xfrm>
            <a:off x="7254802" y="1407073"/>
            <a:ext cx="1332108" cy="877805"/>
          </a:xfrm>
          <a:prstGeom prst="rect">
            <a:avLst/>
          </a:prstGeom>
          <a:noFill/>
          <a:ln>
            <a:noFill/>
          </a:ln>
        </p:spPr>
      </p:pic>
      <p:sp>
        <p:nvSpPr>
          <p:cNvPr id="59" name="Google Shape;59;p6"/>
          <p:cNvSpPr txBox="1">
            <a:spLocks noGrp="1"/>
          </p:cNvSpPr>
          <p:nvPr>
            <p:ph type="title"/>
          </p:nvPr>
        </p:nvSpPr>
        <p:spPr>
          <a:xfrm>
            <a:off x="228600" y="170261"/>
            <a:ext cx="8769096"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3_Title Slide">
  <p:cSld name="3_Title Slide">
    <p:spTree>
      <p:nvGrpSpPr>
        <p:cNvPr id="1" name="Shape 60"/>
        <p:cNvGrpSpPr/>
        <p:nvPr/>
      </p:nvGrpSpPr>
      <p:grpSpPr>
        <a:xfrm>
          <a:off x="0" y="0"/>
          <a:ext cx="0" cy="0"/>
          <a:chOff x="0" y="0"/>
          <a:chExt cx="0" cy="0"/>
        </a:xfrm>
      </p:grpSpPr>
      <p:sp>
        <p:nvSpPr>
          <p:cNvPr id="61" name="Google Shape;61;p7"/>
          <p:cNvSpPr/>
          <p:nvPr/>
        </p:nvSpPr>
        <p:spPr>
          <a:xfrm>
            <a:off x="4683760" y="9004"/>
            <a:ext cx="4460240" cy="5134496"/>
          </a:xfrm>
          <a:prstGeom prst="rect">
            <a:avLst/>
          </a:prstGeom>
          <a:solidFill>
            <a:srgbClr val="272324"/>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62" name="Google Shape;62;p7"/>
          <p:cNvSpPr txBox="1">
            <a:spLocks noGrp="1"/>
          </p:cNvSpPr>
          <p:nvPr>
            <p:ph type="sldNum" idx="12"/>
          </p:nvPr>
        </p:nvSpPr>
        <p:spPr>
          <a:xfrm>
            <a:off x="7010400" y="4869656"/>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63" name="Google Shape;63;p7"/>
          <p:cNvSpPr txBox="1">
            <a:spLocks noGrp="1"/>
          </p:cNvSpPr>
          <p:nvPr>
            <p:ph type="subTitle" idx="1"/>
          </p:nvPr>
        </p:nvSpPr>
        <p:spPr>
          <a:xfrm>
            <a:off x="318901" y="1224321"/>
            <a:ext cx="4009259" cy="1314450"/>
          </a:xfrm>
          <a:prstGeom prst="rect">
            <a:avLst/>
          </a:prstGeom>
          <a:noFill/>
          <a:ln>
            <a:noFill/>
          </a:ln>
        </p:spPr>
        <p:txBody>
          <a:bodyPr spcFirstLastPara="1" wrap="square" lIns="91425" tIns="45700" rIns="91425" bIns="45700" anchor="t" anchorCtr="0">
            <a:noAutofit/>
          </a:bodyPr>
          <a:lstStyle>
            <a:lvl1pPr lvl="0" algn="l">
              <a:lnSpc>
                <a:spcPct val="100000"/>
              </a:lnSpc>
              <a:spcBef>
                <a:spcPts val="340"/>
              </a:spcBef>
              <a:spcAft>
                <a:spcPts val="0"/>
              </a:spcAft>
              <a:buClr>
                <a:srgbClr val="4A4F55"/>
              </a:buClr>
              <a:buSzPts val="1700"/>
              <a:buNone/>
              <a:defRPr>
                <a:solidFill>
                  <a:srgbClr val="4A4F55"/>
                </a:solidFill>
              </a:defRPr>
            </a:lvl1pPr>
            <a:lvl2pPr lvl="1" algn="ctr">
              <a:lnSpc>
                <a:spcPct val="100000"/>
              </a:lnSpc>
              <a:spcBef>
                <a:spcPts val="300"/>
              </a:spcBef>
              <a:spcAft>
                <a:spcPts val="0"/>
              </a:spcAft>
              <a:buClr>
                <a:srgbClr val="888888"/>
              </a:buClr>
              <a:buSzPts val="1500"/>
              <a:buNone/>
              <a:defRPr>
                <a:solidFill>
                  <a:srgbClr val="888888"/>
                </a:solidFill>
              </a:defRPr>
            </a:lvl2pPr>
            <a:lvl3pPr lvl="2" algn="ctr">
              <a:lnSpc>
                <a:spcPct val="100000"/>
              </a:lnSpc>
              <a:spcBef>
                <a:spcPts val="280"/>
              </a:spcBef>
              <a:spcAft>
                <a:spcPts val="0"/>
              </a:spcAft>
              <a:buClr>
                <a:srgbClr val="888888"/>
              </a:buClr>
              <a:buSzPts val="1400"/>
              <a:buNone/>
              <a:defRPr>
                <a:solidFill>
                  <a:srgbClr val="888888"/>
                </a:solidFill>
              </a:defRPr>
            </a:lvl3pPr>
            <a:lvl4pPr lvl="3" algn="ctr">
              <a:lnSpc>
                <a:spcPct val="100000"/>
              </a:lnSpc>
              <a:spcBef>
                <a:spcPts val="240"/>
              </a:spcBef>
              <a:spcAft>
                <a:spcPts val="0"/>
              </a:spcAft>
              <a:buClr>
                <a:srgbClr val="888888"/>
              </a:buClr>
              <a:buSzPts val="1200"/>
              <a:buNone/>
              <a:defRPr>
                <a:solidFill>
                  <a:srgbClr val="888888"/>
                </a:solidFill>
              </a:defRPr>
            </a:lvl4pPr>
            <a:lvl5pPr lvl="4" algn="ctr">
              <a:lnSpc>
                <a:spcPct val="100000"/>
              </a:lnSpc>
              <a:spcBef>
                <a:spcPts val="200"/>
              </a:spcBef>
              <a:spcAft>
                <a:spcPts val="0"/>
              </a:spcAft>
              <a:buClr>
                <a:srgbClr val="888888"/>
              </a:buClr>
              <a:buSzPts val="1000"/>
              <a:buNone/>
              <a:defRPr>
                <a:solidFill>
                  <a:srgbClr val="888888"/>
                </a:solidFill>
              </a:defRPr>
            </a:lvl5pPr>
            <a:lvl6pPr lvl="5" algn="ctr">
              <a:lnSpc>
                <a:spcPct val="100000"/>
              </a:lnSpc>
              <a:spcBef>
                <a:spcPts val="300"/>
              </a:spcBef>
              <a:spcAft>
                <a:spcPts val="0"/>
              </a:spcAft>
              <a:buClr>
                <a:srgbClr val="888888"/>
              </a:buClr>
              <a:buSzPts val="1500"/>
              <a:buNone/>
              <a:defRPr>
                <a:solidFill>
                  <a:srgbClr val="888888"/>
                </a:solidFill>
              </a:defRPr>
            </a:lvl6pPr>
            <a:lvl7pPr lvl="6" algn="ctr">
              <a:lnSpc>
                <a:spcPct val="100000"/>
              </a:lnSpc>
              <a:spcBef>
                <a:spcPts val="300"/>
              </a:spcBef>
              <a:spcAft>
                <a:spcPts val="0"/>
              </a:spcAft>
              <a:buClr>
                <a:srgbClr val="888888"/>
              </a:buClr>
              <a:buSzPts val="1500"/>
              <a:buNone/>
              <a:defRPr>
                <a:solidFill>
                  <a:srgbClr val="888888"/>
                </a:solidFill>
              </a:defRPr>
            </a:lvl7pPr>
            <a:lvl8pPr lvl="7" algn="ctr">
              <a:lnSpc>
                <a:spcPct val="100000"/>
              </a:lnSpc>
              <a:spcBef>
                <a:spcPts val="300"/>
              </a:spcBef>
              <a:spcAft>
                <a:spcPts val="0"/>
              </a:spcAft>
              <a:buClr>
                <a:srgbClr val="888888"/>
              </a:buClr>
              <a:buSzPts val="1500"/>
              <a:buNone/>
              <a:defRPr>
                <a:solidFill>
                  <a:srgbClr val="888888"/>
                </a:solidFill>
              </a:defRPr>
            </a:lvl8pPr>
            <a:lvl9pPr lvl="8" algn="ctr">
              <a:lnSpc>
                <a:spcPct val="100000"/>
              </a:lnSpc>
              <a:spcBef>
                <a:spcPts val="300"/>
              </a:spcBef>
              <a:spcAft>
                <a:spcPts val="0"/>
              </a:spcAft>
              <a:buClr>
                <a:srgbClr val="888888"/>
              </a:buClr>
              <a:buSzPts val="1500"/>
              <a:buNone/>
              <a:defRPr>
                <a:solidFill>
                  <a:srgbClr val="888888"/>
                </a:solidFill>
              </a:defRPr>
            </a:lvl9pPr>
          </a:lstStyle>
          <a:p>
            <a:endParaRPr/>
          </a:p>
        </p:txBody>
      </p:sp>
      <p:sp>
        <p:nvSpPr>
          <p:cNvPr id="64" name="Google Shape;64;p7"/>
          <p:cNvSpPr txBox="1">
            <a:spLocks noGrp="1"/>
          </p:cNvSpPr>
          <p:nvPr>
            <p:ph type="title"/>
          </p:nvPr>
        </p:nvSpPr>
        <p:spPr>
          <a:xfrm>
            <a:off x="228600" y="170261"/>
            <a:ext cx="8769096"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65" name="Google Shape;65;p7" descr="A tree lined street  Description automatically generated"/>
          <p:cNvPicPr preferRelativeResize="0"/>
          <p:nvPr/>
        </p:nvPicPr>
        <p:blipFill rotWithShape="1">
          <a:blip r:embed="rId2">
            <a:alphaModFix/>
          </a:blip>
          <a:srcRect/>
          <a:stretch/>
        </p:blipFill>
        <p:spPr>
          <a:xfrm>
            <a:off x="4683760" y="702216"/>
            <a:ext cx="3865880" cy="4450287"/>
          </a:xfrm>
          <a:prstGeom prst="rect">
            <a:avLst/>
          </a:prstGeom>
          <a:noFill/>
          <a:ln>
            <a:noFill/>
          </a:ln>
        </p:spPr>
      </p:pic>
      <p:sp>
        <p:nvSpPr>
          <p:cNvPr id="66" name="Google Shape;66;p7"/>
          <p:cNvSpPr/>
          <p:nvPr/>
        </p:nvSpPr>
        <p:spPr>
          <a:xfrm flipH="1">
            <a:off x="4683073" y="720320"/>
            <a:ext cx="199495" cy="4414176"/>
          </a:xfrm>
          <a:custGeom>
            <a:avLst/>
            <a:gdLst/>
            <a:ahLst/>
            <a:cxnLst/>
            <a:rect l="l" t="t" r="r" b="b"/>
            <a:pathLst>
              <a:path w="79792" h="4414176" extrusionOk="0">
                <a:moveTo>
                  <a:pt x="9454" y="129575"/>
                </a:moveTo>
                <a:lnTo>
                  <a:pt x="79792" y="0"/>
                </a:lnTo>
                <a:lnTo>
                  <a:pt x="79792" y="4414176"/>
                </a:lnTo>
                <a:lnTo>
                  <a:pt x="0" y="4414176"/>
                </a:lnTo>
                <a:cubicBezTo>
                  <a:pt x="3151" y="2985976"/>
                  <a:pt x="6303" y="1557775"/>
                  <a:pt x="9454" y="129575"/>
                </a:cubicBezTo>
                <a:close/>
              </a:path>
            </a:pathLst>
          </a:cu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67" name="Google Shape;67;p7"/>
          <p:cNvPicPr preferRelativeResize="0"/>
          <p:nvPr/>
        </p:nvPicPr>
        <p:blipFill rotWithShape="1">
          <a:blip r:embed="rId3">
            <a:alphaModFix/>
          </a:blip>
          <a:srcRect b="6847"/>
          <a:stretch/>
        </p:blipFill>
        <p:spPr>
          <a:xfrm>
            <a:off x="7736668" y="9004"/>
            <a:ext cx="1407332" cy="1498261"/>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5_Section Header">
  <p:cSld name="5_Section Header">
    <p:spTree>
      <p:nvGrpSpPr>
        <p:cNvPr id="1" name="Shape 68"/>
        <p:cNvGrpSpPr/>
        <p:nvPr/>
      </p:nvGrpSpPr>
      <p:grpSpPr>
        <a:xfrm>
          <a:off x="0" y="0"/>
          <a:ext cx="0" cy="0"/>
          <a:chOff x="0" y="0"/>
          <a:chExt cx="0" cy="0"/>
        </a:xfrm>
      </p:grpSpPr>
      <p:pic>
        <p:nvPicPr>
          <p:cNvPr id="69" name="Google Shape;69;p8" descr="A tree lined street  Description automatically generated"/>
          <p:cNvPicPr preferRelativeResize="0"/>
          <p:nvPr/>
        </p:nvPicPr>
        <p:blipFill rotWithShape="1">
          <a:blip r:embed="rId2">
            <a:alphaModFix/>
          </a:blip>
          <a:srcRect/>
          <a:stretch/>
        </p:blipFill>
        <p:spPr>
          <a:xfrm>
            <a:off x="34836" y="0"/>
            <a:ext cx="4536037" cy="5143500"/>
          </a:xfrm>
          <a:prstGeom prst="rect">
            <a:avLst/>
          </a:prstGeom>
          <a:noFill/>
          <a:ln>
            <a:noFill/>
          </a:ln>
        </p:spPr>
      </p:pic>
      <p:sp>
        <p:nvSpPr>
          <p:cNvPr id="70" name="Google Shape;70;p8"/>
          <p:cNvSpPr txBox="1">
            <a:spLocks noGrp="1"/>
          </p:cNvSpPr>
          <p:nvPr>
            <p:ph type="title"/>
          </p:nvPr>
        </p:nvSpPr>
        <p:spPr>
          <a:xfrm>
            <a:off x="4791393" y="644503"/>
            <a:ext cx="3592512" cy="1021556"/>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2400"/>
              <a:buFont typeface="Arial"/>
              <a:buNone/>
              <a:defRPr sz="24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8"/>
          <p:cNvSpPr txBox="1">
            <a:spLocks noGrp="1"/>
          </p:cNvSpPr>
          <p:nvPr>
            <p:ph type="body" idx="1"/>
          </p:nvPr>
        </p:nvSpPr>
        <p:spPr>
          <a:xfrm>
            <a:off x="4791393" y="1666059"/>
            <a:ext cx="3592512" cy="344090"/>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00"/>
              </a:spcBef>
              <a:spcAft>
                <a:spcPts val="0"/>
              </a:spcAft>
              <a:buClr>
                <a:srgbClr val="4A4F55"/>
              </a:buClr>
              <a:buSzPts val="1500"/>
              <a:buNone/>
              <a:defRPr sz="1500">
                <a:solidFill>
                  <a:srgbClr val="4A4F55"/>
                </a:solidFill>
              </a:defRPr>
            </a:lvl1pPr>
            <a:lvl2pPr marL="914400" lvl="1" indent="-228600" algn="l">
              <a:lnSpc>
                <a:spcPct val="100000"/>
              </a:lnSpc>
              <a:spcBef>
                <a:spcPts val="270"/>
              </a:spcBef>
              <a:spcAft>
                <a:spcPts val="0"/>
              </a:spcAft>
              <a:buClr>
                <a:srgbClr val="888888"/>
              </a:buClr>
              <a:buSzPts val="1350"/>
              <a:buNone/>
              <a:defRPr sz="1350">
                <a:solidFill>
                  <a:srgbClr val="888888"/>
                </a:solidFill>
              </a:defRPr>
            </a:lvl2pPr>
            <a:lvl3pPr marL="1371600" lvl="2" indent="-228600" algn="l">
              <a:lnSpc>
                <a:spcPct val="100000"/>
              </a:lnSpc>
              <a:spcBef>
                <a:spcPts val="240"/>
              </a:spcBef>
              <a:spcAft>
                <a:spcPts val="0"/>
              </a:spcAft>
              <a:buClr>
                <a:srgbClr val="888888"/>
              </a:buClr>
              <a:buSzPts val="1200"/>
              <a:buNone/>
              <a:defRPr sz="1200">
                <a:solidFill>
                  <a:srgbClr val="888888"/>
                </a:solidFill>
              </a:defRPr>
            </a:lvl3pPr>
            <a:lvl4pPr marL="1828800" lvl="3" indent="-228600" algn="l">
              <a:lnSpc>
                <a:spcPct val="100000"/>
              </a:lnSpc>
              <a:spcBef>
                <a:spcPts val="210"/>
              </a:spcBef>
              <a:spcAft>
                <a:spcPts val="0"/>
              </a:spcAft>
              <a:buClr>
                <a:srgbClr val="888888"/>
              </a:buClr>
              <a:buSzPts val="1050"/>
              <a:buNone/>
              <a:defRPr sz="1050">
                <a:solidFill>
                  <a:srgbClr val="888888"/>
                </a:solidFill>
              </a:defRPr>
            </a:lvl4pPr>
            <a:lvl5pPr marL="2286000" lvl="4" indent="-228600" algn="l">
              <a:lnSpc>
                <a:spcPct val="100000"/>
              </a:lnSpc>
              <a:spcBef>
                <a:spcPts val="210"/>
              </a:spcBef>
              <a:spcAft>
                <a:spcPts val="0"/>
              </a:spcAft>
              <a:buClr>
                <a:srgbClr val="888888"/>
              </a:buClr>
              <a:buSzPts val="1050"/>
              <a:buNone/>
              <a:defRPr sz="1050">
                <a:solidFill>
                  <a:srgbClr val="888888"/>
                </a:solidFill>
              </a:defRPr>
            </a:lvl5pPr>
            <a:lvl6pPr marL="2743200" lvl="5" indent="-228600" algn="l">
              <a:lnSpc>
                <a:spcPct val="100000"/>
              </a:lnSpc>
              <a:spcBef>
                <a:spcPts val="210"/>
              </a:spcBef>
              <a:spcAft>
                <a:spcPts val="0"/>
              </a:spcAft>
              <a:buClr>
                <a:srgbClr val="888888"/>
              </a:buClr>
              <a:buSzPts val="1050"/>
              <a:buNone/>
              <a:defRPr sz="1050">
                <a:solidFill>
                  <a:srgbClr val="888888"/>
                </a:solidFill>
              </a:defRPr>
            </a:lvl6pPr>
            <a:lvl7pPr marL="3200400" lvl="6" indent="-228600" algn="l">
              <a:lnSpc>
                <a:spcPct val="100000"/>
              </a:lnSpc>
              <a:spcBef>
                <a:spcPts val="210"/>
              </a:spcBef>
              <a:spcAft>
                <a:spcPts val="0"/>
              </a:spcAft>
              <a:buClr>
                <a:srgbClr val="888888"/>
              </a:buClr>
              <a:buSzPts val="1050"/>
              <a:buNone/>
              <a:defRPr sz="1050">
                <a:solidFill>
                  <a:srgbClr val="888888"/>
                </a:solidFill>
              </a:defRPr>
            </a:lvl7pPr>
            <a:lvl8pPr marL="3657600" lvl="7" indent="-228600" algn="l">
              <a:lnSpc>
                <a:spcPct val="100000"/>
              </a:lnSpc>
              <a:spcBef>
                <a:spcPts val="210"/>
              </a:spcBef>
              <a:spcAft>
                <a:spcPts val="0"/>
              </a:spcAft>
              <a:buClr>
                <a:srgbClr val="888888"/>
              </a:buClr>
              <a:buSzPts val="1050"/>
              <a:buNone/>
              <a:defRPr sz="1050">
                <a:solidFill>
                  <a:srgbClr val="888888"/>
                </a:solidFill>
              </a:defRPr>
            </a:lvl8pPr>
            <a:lvl9pPr marL="4114800" lvl="8" indent="-228600" algn="l">
              <a:lnSpc>
                <a:spcPct val="100000"/>
              </a:lnSpc>
              <a:spcBef>
                <a:spcPts val="210"/>
              </a:spcBef>
              <a:spcAft>
                <a:spcPts val="0"/>
              </a:spcAft>
              <a:buClr>
                <a:srgbClr val="888888"/>
              </a:buClr>
              <a:buSzPts val="1050"/>
              <a:buNone/>
              <a:defRPr sz="1050">
                <a:solidFill>
                  <a:srgbClr val="888888"/>
                </a:solidFill>
              </a:defRPr>
            </a:lvl9pPr>
          </a:lstStyle>
          <a:p>
            <a:endParaRPr/>
          </a:p>
        </p:txBody>
      </p:sp>
      <p:sp>
        <p:nvSpPr>
          <p:cNvPr id="72" name="Google Shape;72;p8"/>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73" name="Google Shape;73;p8"/>
          <p:cNvSpPr/>
          <p:nvPr/>
        </p:nvSpPr>
        <p:spPr>
          <a:xfrm>
            <a:off x="4427668" y="729324"/>
            <a:ext cx="143205" cy="4414176"/>
          </a:xfrm>
          <a:custGeom>
            <a:avLst/>
            <a:gdLst/>
            <a:ahLst/>
            <a:cxnLst/>
            <a:rect l="l" t="t" r="r" b="b"/>
            <a:pathLst>
              <a:path w="79792" h="4414176" extrusionOk="0">
                <a:moveTo>
                  <a:pt x="9454" y="129575"/>
                </a:moveTo>
                <a:lnTo>
                  <a:pt x="79792" y="0"/>
                </a:lnTo>
                <a:lnTo>
                  <a:pt x="79792" y="4414176"/>
                </a:lnTo>
                <a:lnTo>
                  <a:pt x="0" y="4414176"/>
                </a:lnTo>
                <a:cubicBezTo>
                  <a:pt x="3151" y="2985976"/>
                  <a:pt x="6303" y="1557775"/>
                  <a:pt x="9454" y="129575"/>
                </a:cubicBezTo>
                <a:close/>
              </a:path>
            </a:pathLst>
          </a:cu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4_Title Slide">
  <p:cSld name="4_Title Slide">
    <p:spTree>
      <p:nvGrpSpPr>
        <p:cNvPr id="1" name="Shape 74"/>
        <p:cNvGrpSpPr/>
        <p:nvPr/>
      </p:nvGrpSpPr>
      <p:grpSpPr>
        <a:xfrm>
          <a:off x="0" y="0"/>
          <a:ext cx="0" cy="0"/>
          <a:chOff x="0" y="0"/>
          <a:chExt cx="0" cy="0"/>
        </a:xfrm>
      </p:grpSpPr>
      <p:sp>
        <p:nvSpPr>
          <p:cNvPr id="75" name="Google Shape;75;p9"/>
          <p:cNvSpPr/>
          <p:nvPr/>
        </p:nvSpPr>
        <p:spPr>
          <a:xfrm>
            <a:off x="4683760" y="9004"/>
            <a:ext cx="4460240" cy="5134496"/>
          </a:xfrm>
          <a:prstGeom prst="rect">
            <a:avLst/>
          </a:prstGeom>
          <a:solidFill>
            <a:srgbClr val="272324"/>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76" name="Google Shape;76;p9" descr="A group of palm trees on the side of a building  Description automatically generated"/>
          <p:cNvPicPr preferRelativeResize="0"/>
          <p:nvPr/>
        </p:nvPicPr>
        <p:blipFill rotWithShape="1">
          <a:blip r:embed="rId2">
            <a:alphaModFix/>
          </a:blip>
          <a:srcRect t="-186"/>
          <a:stretch/>
        </p:blipFill>
        <p:spPr>
          <a:xfrm>
            <a:off x="4677507" y="914401"/>
            <a:ext cx="4466494" cy="4229100"/>
          </a:xfrm>
          <a:prstGeom prst="rect">
            <a:avLst/>
          </a:prstGeom>
          <a:noFill/>
          <a:ln>
            <a:noFill/>
          </a:ln>
        </p:spPr>
      </p:pic>
      <p:sp>
        <p:nvSpPr>
          <p:cNvPr id="77" name="Google Shape;77;p9"/>
          <p:cNvSpPr txBox="1">
            <a:spLocks noGrp="1"/>
          </p:cNvSpPr>
          <p:nvPr>
            <p:ph type="sldNum" idx="12"/>
          </p:nvPr>
        </p:nvSpPr>
        <p:spPr>
          <a:xfrm>
            <a:off x="7010400" y="4869656"/>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78" name="Google Shape;78;p9"/>
          <p:cNvSpPr txBox="1">
            <a:spLocks noGrp="1"/>
          </p:cNvSpPr>
          <p:nvPr>
            <p:ph type="subTitle" idx="1"/>
          </p:nvPr>
        </p:nvSpPr>
        <p:spPr>
          <a:xfrm>
            <a:off x="318901" y="1224321"/>
            <a:ext cx="4009259" cy="1314450"/>
          </a:xfrm>
          <a:prstGeom prst="rect">
            <a:avLst/>
          </a:prstGeom>
          <a:noFill/>
          <a:ln>
            <a:noFill/>
          </a:ln>
        </p:spPr>
        <p:txBody>
          <a:bodyPr spcFirstLastPara="1" wrap="square" lIns="91425" tIns="45700" rIns="91425" bIns="45700" anchor="t" anchorCtr="0">
            <a:noAutofit/>
          </a:bodyPr>
          <a:lstStyle>
            <a:lvl1pPr lvl="0" algn="l">
              <a:lnSpc>
                <a:spcPct val="100000"/>
              </a:lnSpc>
              <a:spcBef>
                <a:spcPts val="340"/>
              </a:spcBef>
              <a:spcAft>
                <a:spcPts val="0"/>
              </a:spcAft>
              <a:buClr>
                <a:srgbClr val="4A4F55"/>
              </a:buClr>
              <a:buSzPts val="1700"/>
              <a:buNone/>
              <a:defRPr>
                <a:solidFill>
                  <a:srgbClr val="4A4F55"/>
                </a:solidFill>
              </a:defRPr>
            </a:lvl1pPr>
            <a:lvl2pPr lvl="1" algn="ctr">
              <a:lnSpc>
                <a:spcPct val="100000"/>
              </a:lnSpc>
              <a:spcBef>
                <a:spcPts val="300"/>
              </a:spcBef>
              <a:spcAft>
                <a:spcPts val="0"/>
              </a:spcAft>
              <a:buClr>
                <a:srgbClr val="888888"/>
              </a:buClr>
              <a:buSzPts val="1500"/>
              <a:buNone/>
              <a:defRPr>
                <a:solidFill>
                  <a:srgbClr val="888888"/>
                </a:solidFill>
              </a:defRPr>
            </a:lvl2pPr>
            <a:lvl3pPr lvl="2" algn="ctr">
              <a:lnSpc>
                <a:spcPct val="100000"/>
              </a:lnSpc>
              <a:spcBef>
                <a:spcPts val="280"/>
              </a:spcBef>
              <a:spcAft>
                <a:spcPts val="0"/>
              </a:spcAft>
              <a:buClr>
                <a:srgbClr val="888888"/>
              </a:buClr>
              <a:buSzPts val="1400"/>
              <a:buNone/>
              <a:defRPr>
                <a:solidFill>
                  <a:srgbClr val="888888"/>
                </a:solidFill>
              </a:defRPr>
            </a:lvl3pPr>
            <a:lvl4pPr lvl="3" algn="ctr">
              <a:lnSpc>
                <a:spcPct val="100000"/>
              </a:lnSpc>
              <a:spcBef>
                <a:spcPts val="240"/>
              </a:spcBef>
              <a:spcAft>
                <a:spcPts val="0"/>
              </a:spcAft>
              <a:buClr>
                <a:srgbClr val="888888"/>
              </a:buClr>
              <a:buSzPts val="1200"/>
              <a:buNone/>
              <a:defRPr>
                <a:solidFill>
                  <a:srgbClr val="888888"/>
                </a:solidFill>
              </a:defRPr>
            </a:lvl4pPr>
            <a:lvl5pPr lvl="4" algn="ctr">
              <a:lnSpc>
                <a:spcPct val="100000"/>
              </a:lnSpc>
              <a:spcBef>
                <a:spcPts val="200"/>
              </a:spcBef>
              <a:spcAft>
                <a:spcPts val="0"/>
              </a:spcAft>
              <a:buClr>
                <a:srgbClr val="888888"/>
              </a:buClr>
              <a:buSzPts val="1000"/>
              <a:buNone/>
              <a:defRPr>
                <a:solidFill>
                  <a:srgbClr val="888888"/>
                </a:solidFill>
              </a:defRPr>
            </a:lvl5pPr>
            <a:lvl6pPr lvl="5" algn="ctr">
              <a:lnSpc>
                <a:spcPct val="100000"/>
              </a:lnSpc>
              <a:spcBef>
                <a:spcPts val="300"/>
              </a:spcBef>
              <a:spcAft>
                <a:spcPts val="0"/>
              </a:spcAft>
              <a:buClr>
                <a:srgbClr val="888888"/>
              </a:buClr>
              <a:buSzPts val="1500"/>
              <a:buNone/>
              <a:defRPr>
                <a:solidFill>
                  <a:srgbClr val="888888"/>
                </a:solidFill>
              </a:defRPr>
            </a:lvl6pPr>
            <a:lvl7pPr lvl="6" algn="ctr">
              <a:lnSpc>
                <a:spcPct val="100000"/>
              </a:lnSpc>
              <a:spcBef>
                <a:spcPts val="300"/>
              </a:spcBef>
              <a:spcAft>
                <a:spcPts val="0"/>
              </a:spcAft>
              <a:buClr>
                <a:srgbClr val="888888"/>
              </a:buClr>
              <a:buSzPts val="1500"/>
              <a:buNone/>
              <a:defRPr>
                <a:solidFill>
                  <a:srgbClr val="888888"/>
                </a:solidFill>
              </a:defRPr>
            </a:lvl7pPr>
            <a:lvl8pPr lvl="7" algn="ctr">
              <a:lnSpc>
                <a:spcPct val="100000"/>
              </a:lnSpc>
              <a:spcBef>
                <a:spcPts val="300"/>
              </a:spcBef>
              <a:spcAft>
                <a:spcPts val="0"/>
              </a:spcAft>
              <a:buClr>
                <a:srgbClr val="888888"/>
              </a:buClr>
              <a:buSzPts val="1500"/>
              <a:buNone/>
              <a:defRPr>
                <a:solidFill>
                  <a:srgbClr val="888888"/>
                </a:solidFill>
              </a:defRPr>
            </a:lvl8pPr>
            <a:lvl9pPr lvl="8" algn="ctr">
              <a:lnSpc>
                <a:spcPct val="100000"/>
              </a:lnSpc>
              <a:spcBef>
                <a:spcPts val="300"/>
              </a:spcBef>
              <a:spcAft>
                <a:spcPts val="0"/>
              </a:spcAft>
              <a:buClr>
                <a:srgbClr val="888888"/>
              </a:buClr>
              <a:buSzPts val="1500"/>
              <a:buNone/>
              <a:defRPr>
                <a:solidFill>
                  <a:srgbClr val="888888"/>
                </a:solidFill>
              </a:defRPr>
            </a:lvl9pPr>
          </a:lstStyle>
          <a:p>
            <a:endParaRPr/>
          </a:p>
        </p:txBody>
      </p:sp>
      <p:pic>
        <p:nvPicPr>
          <p:cNvPr id="79" name="Google Shape;79;p9" descr="A close up of a logo  Description automatically generated"/>
          <p:cNvPicPr preferRelativeResize="0"/>
          <p:nvPr/>
        </p:nvPicPr>
        <p:blipFill rotWithShape="1">
          <a:blip r:embed="rId3">
            <a:alphaModFix/>
          </a:blip>
          <a:srcRect b="19853"/>
          <a:stretch/>
        </p:blipFill>
        <p:spPr>
          <a:xfrm rot="-8851503">
            <a:off x="5255191" y="465522"/>
            <a:ext cx="930293" cy="2422736"/>
          </a:xfrm>
          <a:prstGeom prst="rect">
            <a:avLst/>
          </a:prstGeom>
          <a:noFill/>
          <a:ln>
            <a:noFill/>
          </a:ln>
        </p:spPr>
      </p:pic>
      <p:sp>
        <p:nvSpPr>
          <p:cNvPr id="80" name="Google Shape;80;p9"/>
          <p:cNvSpPr txBox="1">
            <a:spLocks noGrp="1"/>
          </p:cNvSpPr>
          <p:nvPr>
            <p:ph type="title"/>
          </p:nvPr>
        </p:nvSpPr>
        <p:spPr>
          <a:xfrm>
            <a:off x="228600" y="170261"/>
            <a:ext cx="8769096"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1" name="Google Shape;81;p9"/>
          <p:cNvSpPr/>
          <p:nvPr/>
        </p:nvSpPr>
        <p:spPr>
          <a:xfrm>
            <a:off x="4677505" y="0"/>
            <a:ext cx="4466495" cy="914400"/>
          </a:xfrm>
          <a:prstGeom prst="rect">
            <a:avLst/>
          </a:prstGeom>
          <a:solidFill>
            <a:srgbClr val="272324"/>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82" name="Google Shape;82;p9"/>
          <p:cNvPicPr preferRelativeResize="0"/>
          <p:nvPr/>
        </p:nvPicPr>
        <p:blipFill rotWithShape="1">
          <a:blip r:embed="rId4">
            <a:alphaModFix/>
          </a:blip>
          <a:srcRect b="6847"/>
          <a:stretch/>
        </p:blipFill>
        <p:spPr>
          <a:xfrm>
            <a:off x="7713518" y="2762"/>
            <a:ext cx="1407332" cy="1498261"/>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able of Contents">
  <p:cSld name="Table of Contents">
    <p:spTree>
      <p:nvGrpSpPr>
        <p:cNvPr id="1" name="Shape 83"/>
        <p:cNvGrpSpPr/>
        <p:nvPr/>
      </p:nvGrpSpPr>
      <p:grpSpPr>
        <a:xfrm>
          <a:off x="0" y="0"/>
          <a:ext cx="0" cy="0"/>
          <a:chOff x="0" y="0"/>
          <a:chExt cx="0" cy="0"/>
        </a:xfrm>
      </p:grpSpPr>
      <p:pic>
        <p:nvPicPr>
          <p:cNvPr id="84" name="Google Shape;84;p10" descr="A close up of a logo  Description automatically generated"/>
          <p:cNvPicPr preferRelativeResize="0"/>
          <p:nvPr/>
        </p:nvPicPr>
        <p:blipFill rotWithShape="1">
          <a:blip r:embed="rId2">
            <a:alphaModFix/>
          </a:blip>
          <a:srcRect/>
          <a:stretch/>
        </p:blipFill>
        <p:spPr>
          <a:xfrm>
            <a:off x="3132058" y="2670664"/>
            <a:ext cx="804339" cy="810773"/>
          </a:xfrm>
          <a:prstGeom prst="rect">
            <a:avLst/>
          </a:prstGeom>
          <a:noFill/>
          <a:ln>
            <a:noFill/>
          </a:ln>
        </p:spPr>
      </p:pic>
      <p:sp>
        <p:nvSpPr>
          <p:cNvPr id="85" name="Google Shape;85;p10"/>
          <p:cNvSpPr txBox="1">
            <a:spLocks noGrp="1"/>
          </p:cNvSpPr>
          <p:nvPr>
            <p:ph type="ctrTitle"/>
          </p:nvPr>
        </p:nvSpPr>
        <p:spPr>
          <a:xfrm>
            <a:off x="330905" y="295171"/>
            <a:ext cx="2249504" cy="55126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chemeClr val="dk1"/>
              </a:buClr>
              <a:buSzPts val="2400"/>
              <a:buFont typeface="Arial"/>
              <a:buNone/>
              <a:defRPr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6" name="Google Shape;86;p10"/>
          <p:cNvSpPr txBox="1">
            <a:spLocks noGrp="1"/>
          </p:cNvSpPr>
          <p:nvPr>
            <p:ph type="sldNum" idx="12"/>
          </p:nvPr>
        </p:nvSpPr>
        <p:spPr>
          <a:xfrm>
            <a:off x="7010400" y="4869656"/>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pic>
        <p:nvPicPr>
          <p:cNvPr id="87" name="Google Shape;87;p10" descr="A close up of a logo  Description automatically generated"/>
          <p:cNvPicPr preferRelativeResize="0"/>
          <p:nvPr/>
        </p:nvPicPr>
        <p:blipFill rotWithShape="1">
          <a:blip r:embed="rId2">
            <a:alphaModFix/>
          </a:blip>
          <a:srcRect/>
          <a:stretch/>
        </p:blipFill>
        <p:spPr>
          <a:xfrm>
            <a:off x="3115433" y="642359"/>
            <a:ext cx="804339" cy="810773"/>
          </a:xfrm>
          <a:prstGeom prst="rect">
            <a:avLst/>
          </a:prstGeom>
          <a:noFill/>
          <a:ln>
            <a:noFill/>
          </a:ln>
        </p:spPr>
      </p:pic>
      <p:pic>
        <p:nvPicPr>
          <p:cNvPr id="88" name="Google Shape;88;p10" descr="A close up of a logo  Description automatically generated"/>
          <p:cNvPicPr preferRelativeResize="0"/>
          <p:nvPr/>
        </p:nvPicPr>
        <p:blipFill rotWithShape="1">
          <a:blip r:embed="rId3">
            <a:alphaModFix/>
          </a:blip>
          <a:srcRect/>
          <a:stretch/>
        </p:blipFill>
        <p:spPr>
          <a:xfrm>
            <a:off x="3115433" y="1660176"/>
            <a:ext cx="804339" cy="810773"/>
          </a:xfrm>
          <a:prstGeom prst="rect">
            <a:avLst/>
          </a:prstGeom>
          <a:noFill/>
          <a:ln>
            <a:noFill/>
          </a:ln>
        </p:spPr>
      </p:pic>
      <p:sp>
        <p:nvSpPr>
          <p:cNvPr id="89" name="Google Shape;89;p10"/>
          <p:cNvSpPr txBox="1"/>
          <p:nvPr/>
        </p:nvSpPr>
        <p:spPr>
          <a:xfrm>
            <a:off x="3163311" y="665781"/>
            <a:ext cx="673331" cy="64633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600"/>
              <a:buFont typeface="Arial"/>
              <a:buNone/>
            </a:pPr>
            <a:r>
              <a:rPr lang="en-US" sz="3600" b="1" i="0" u="none" strike="noStrike" cap="none">
                <a:solidFill>
                  <a:srgbClr val="898989"/>
                </a:solidFill>
                <a:latin typeface="Arial"/>
                <a:ea typeface="Arial"/>
                <a:cs typeface="Arial"/>
                <a:sym typeface="Arial"/>
              </a:rPr>
              <a:t>1</a:t>
            </a:r>
            <a:endParaRPr sz="1400" b="0" i="0" u="none" strike="noStrike" cap="none">
              <a:solidFill>
                <a:srgbClr val="000000"/>
              </a:solidFill>
              <a:latin typeface="Arial"/>
              <a:ea typeface="Arial"/>
              <a:cs typeface="Arial"/>
              <a:sym typeface="Arial"/>
            </a:endParaRPr>
          </a:p>
        </p:txBody>
      </p:sp>
      <p:sp>
        <p:nvSpPr>
          <p:cNvPr id="90" name="Google Shape;90;p10"/>
          <p:cNvSpPr txBox="1"/>
          <p:nvPr/>
        </p:nvSpPr>
        <p:spPr>
          <a:xfrm>
            <a:off x="3186250" y="1700688"/>
            <a:ext cx="673331" cy="64633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600"/>
              <a:buFont typeface="Arial"/>
              <a:buNone/>
            </a:pPr>
            <a:r>
              <a:rPr lang="en-US" sz="3600" b="1" i="0" u="none" strike="noStrike" cap="none">
                <a:solidFill>
                  <a:srgbClr val="898989"/>
                </a:solidFill>
                <a:latin typeface="Arial"/>
                <a:ea typeface="Arial"/>
                <a:cs typeface="Arial"/>
                <a:sym typeface="Arial"/>
              </a:rPr>
              <a:t>2</a:t>
            </a:r>
            <a:endParaRPr sz="1400" b="0" i="0" u="none" strike="noStrike" cap="none">
              <a:solidFill>
                <a:srgbClr val="000000"/>
              </a:solidFill>
              <a:latin typeface="Arial"/>
              <a:ea typeface="Arial"/>
              <a:cs typeface="Arial"/>
              <a:sym typeface="Arial"/>
            </a:endParaRPr>
          </a:p>
        </p:txBody>
      </p:sp>
      <p:sp>
        <p:nvSpPr>
          <p:cNvPr id="91" name="Google Shape;91;p10"/>
          <p:cNvSpPr txBox="1"/>
          <p:nvPr/>
        </p:nvSpPr>
        <p:spPr>
          <a:xfrm>
            <a:off x="3194563" y="2706528"/>
            <a:ext cx="673331" cy="64633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600"/>
              <a:buFont typeface="Arial"/>
              <a:buNone/>
            </a:pPr>
            <a:r>
              <a:rPr lang="en-US" sz="3600" b="1" i="0" u="none" strike="noStrike" cap="none">
                <a:solidFill>
                  <a:srgbClr val="898989"/>
                </a:solidFill>
                <a:latin typeface="Arial"/>
                <a:ea typeface="Arial"/>
                <a:cs typeface="Arial"/>
                <a:sym typeface="Arial"/>
              </a:rPr>
              <a:t>3</a:t>
            </a:r>
            <a:endParaRPr sz="1400" b="0" i="0" u="none" strike="noStrike" cap="none">
              <a:solidFill>
                <a:srgbClr val="000000"/>
              </a:solidFill>
              <a:latin typeface="Arial"/>
              <a:ea typeface="Arial"/>
              <a:cs typeface="Arial"/>
              <a:sym typeface="Arial"/>
            </a:endParaRPr>
          </a:p>
        </p:txBody>
      </p:sp>
      <p:pic>
        <p:nvPicPr>
          <p:cNvPr id="92" name="Google Shape;92;p10" descr="A close up of a logo  Description automatically generated"/>
          <p:cNvPicPr preferRelativeResize="0"/>
          <p:nvPr/>
        </p:nvPicPr>
        <p:blipFill rotWithShape="1">
          <a:blip r:embed="rId3">
            <a:alphaModFix/>
          </a:blip>
          <a:srcRect/>
          <a:stretch/>
        </p:blipFill>
        <p:spPr>
          <a:xfrm>
            <a:off x="3123746" y="3663543"/>
            <a:ext cx="804339" cy="810773"/>
          </a:xfrm>
          <a:prstGeom prst="rect">
            <a:avLst/>
          </a:prstGeom>
          <a:noFill/>
          <a:ln>
            <a:noFill/>
          </a:ln>
        </p:spPr>
      </p:pic>
      <p:sp>
        <p:nvSpPr>
          <p:cNvPr id="93" name="Google Shape;93;p10"/>
          <p:cNvSpPr txBox="1"/>
          <p:nvPr/>
        </p:nvSpPr>
        <p:spPr>
          <a:xfrm>
            <a:off x="3186250" y="3704055"/>
            <a:ext cx="673331" cy="64633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600"/>
              <a:buFont typeface="Arial"/>
              <a:buNone/>
            </a:pPr>
            <a:r>
              <a:rPr lang="en-US" sz="3600" b="1" i="0" u="none" strike="noStrike" cap="none">
                <a:solidFill>
                  <a:srgbClr val="898989"/>
                </a:solidFill>
                <a:latin typeface="Arial"/>
                <a:ea typeface="Arial"/>
                <a:cs typeface="Arial"/>
                <a:sym typeface="Arial"/>
              </a:rPr>
              <a:t>4</a:t>
            </a:r>
            <a:endParaRPr sz="1400" b="0" i="0" u="none" strike="noStrike" cap="none">
              <a:solidFill>
                <a:srgbClr val="000000"/>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1_Section Header">
  <p:cSld name="1_Section Header">
    <p:spTree>
      <p:nvGrpSpPr>
        <p:cNvPr id="1" name="Shape 94"/>
        <p:cNvGrpSpPr/>
        <p:nvPr/>
      </p:nvGrpSpPr>
      <p:grpSpPr>
        <a:xfrm>
          <a:off x="0" y="0"/>
          <a:ext cx="0" cy="0"/>
          <a:chOff x="0" y="0"/>
          <a:chExt cx="0" cy="0"/>
        </a:xfrm>
      </p:grpSpPr>
      <p:pic>
        <p:nvPicPr>
          <p:cNvPr id="95" name="Google Shape;95;p11" descr="A group of palm trees on the side of a building  Description automatically generated"/>
          <p:cNvPicPr preferRelativeResize="0"/>
          <p:nvPr/>
        </p:nvPicPr>
        <p:blipFill rotWithShape="1">
          <a:blip r:embed="rId2">
            <a:alphaModFix/>
          </a:blip>
          <a:srcRect t="-186"/>
          <a:stretch/>
        </p:blipFill>
        <p:spPr>
          <a:xfrm>
            <a:off x="-26057" y="-9562"/>
            <a:ext cx="5432223" cy="5143500"/>
          </a:xfrm>
          <a:prstGeom prst="rect">
            <a:avLst/>
          </a:prstGeom>
          <a:noFill/>
          <a:ln>
            <a:noFill/>
          </a:ln>
        </p:spPr>
      </p:pic>
      <p:grpSp>
        <p:nvGrpSpPr>
          <p:cNvPr id="96" name="Google Shape;96;p11"/>
          <p:cNvGrpSpPr/>
          <p:nvPr/>
        </p:nvGrpSpPr>
        <p:grpSpPr>
          <a:xfrm rot="10800000">
            <a:off x="2071688" y="-10886"/>
            <a:ext cx="6399490" cy="5143501"/>
            <a:chOff x="0" y="-1"/>
            <a:chExt cx="6377354" cy="5150732"/>
          </a:xfrm>
        </p:grpSpPr>
        <p:sp>
          <p:nvSpPr>
            <p:cNvPr id="97" name="Google Shape;97;p11"/>
            <p:cNvSpPr/>
            <p:nvPr/>
          </p:nvSpPr>
          <p:spPr>
            <a:xfrm>
              <a:off x="0" y="0"/>
              <a:ext cx="3059877" cy="51435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98" name="Google Shape;98;p11"/>
            <p:cNvSpPr/>
            <p:nvPr/>
          </p:nvSpPr>
          <p:spPr>
            <a:xfrm rot="5400000">
              <a:off x="2143249" y="916627"/>
              <a:ext cx="5150732" cy="3317477"/>
            </a:xfrm>
            <a:prstGeom prst="triangle">
              <a:avLst>
                <a:gd name="adj" fmla="val 0"/>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grpSp>
        <p:nvGrpSpPr>
          <p:cNvPr id="99" name="Google Shape;99;p11"/>
          <p:cNvGrpSpPr/>
          <p:nvPr/>
        </p:nvGrpSpPr>
        <p:grpSpPr>
          <a:xfrm rot="10800000">
            <a:off x="2589184" y="-16820"/>
            <a:ext cx="6548803" cy="5169255"/>
            <a:chOff x="-34290" y="-1"/>
            <a:chExt cx="6548804" cy="5150732"/>
          </a:xfrm>
        </p:grpSpPr>
        <p:sp>
          <p:nvSpPr>
            <p:cNvPr id="100" name="Google Shape;100;p11"/>
            <p:cNvSpPr/>
            <p:nvPr/>
          </p:nvSpPr>
          <p:spPr>
            <a:xfrm>
              <a:off x="-34290" y="1"/>
              <a:ext cx="3231326" cy="51435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01" name="Google Shape;101;p11"/>
            <p:cNvSpPr/>
            <p:nvPr/>
          </p:nvSpPr>
          <p:spPr>
            <a:xfrm rot="5400000">
              <a:off x="2280409" y="916627"/>
              <a:ext cx="5150732" cy="3317477"/>
            </a:xfrm>
            <a:prstGeom prst="triangle">
              <a:avLst>
                <a:gd name="adj" fmla="val 0"/>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102" name="Google Shape;102;p11"/>
          <p:cNvSpPr/>
          <p:nvPr/>
        </p:nvSpPr>
        <p:spPr>
          <a:xfrm rot="-8820000">
            <a:off x="4208375" y="-421296"/>
            <a:ext cx="153842" cy="4527614"/>
          </a:xfrm>
          <a:custGeom>
            <a:avLst/>
            <a:gdLst/>
            <a:ahLst/>
            <a:cxnLst/>
            <a:rect l="l" t="t" r="r" b="b"/>
            <a:pathLst>
              <a:path w="81241" h="4522221" extrusionOk="0">
                <a:moveTo>
                  <a:pt x="10903" y="131585"/>
                </a:moveTo>
                <a:lnTo>
                  <a:pt x="76142" y="0"/>
                </a:lnTo>
                <a:cubicBezTo>
                  <a:pt x="77842" y="1472062"/>
                  <a:pt x="79541" y="2944124"/>
                  <a:pt x="81241" y="4416186"/>
                </a:cubicBezTo>
                <a:cubicBezTo>
                  <a:pt x="14484" y="4497775"/>
                  <a:pt x="27080" y="4486876"/>
                  <a:pt x="0" y="4522221"/>
                </a:cubicBezTo>
                <a:cubicBezTo>
                  <a:pt x="3151" y="3094021"/>
                  <a:pt x="7752" y="1559785"/>
                  <a:pt x="10903" y="131585"/>
                </a:cubicBezTo>
                <a:close/>
              </a:path>
            </a:pathLst>
          </a:cu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03" name="Google Shape;103;p11"/>
          <p:cNvSpPr txBox="1">
            <a:spLocks noGrp="1"/>
          </p:cNvSpPr>
          <p:nvPr>
            <p:ph type="title"/>
          </p:nvPr>
        </p:nvSpPr>
        <p:spPr>
          <a:xfrm>
            <a:off x="4520564" y="2612014"/>
            <a:ext cx="3592512" cy="1021556"/>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2400"/>
              <a:buFont typeface="Arial"/>
              <a:buNone/>
              <a:defRPr sz="24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4" name="Google Shape;104;p11"/>
          <p:cNvSpPr txBox="1">
            <a:spLocks noGrp="1"/>
          </p:cNvSpPr>
          <p:nvPr>
            <p:ph type="body" idx="1"/>
          </p:nvPr>
        </p:nvSpPr>
        <p:spPr>
          <a:xfrm>
            <a:off x="4520564" y="3633570"/>
            <a:ext cx="3592512" cy="344090"/>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00"/>
              </a:spcBef>
              <a:spcAft>
                <a:spcPts val="0"/>
              </a:spcAft>
              <a:buClr>
                <a:srgbClr val="4A4F55"/>
              </a:buClr>
              <a:buSzPts val="1500"/>
              <a:buNone/>
              <a:defRPr sz="1500">
                <a:solidFill>
                  <a:srgbClr val="4A4F55"/>
                </a:solidFill>
              </a:defRPr>
            </a:lvl1pPr>
            <a:lvl2pPr marL="914400" lvl="1" indent="-228600" algn="l">
              <a:lnSpc>
                <a:spcPct val="100000"/>
              </a:lnSpc>
              <a:spcBef>
                <a:spcPts val="270"/>
              </a:spcBef>
              <a:spcAft>
                <a:spcPts val="0"/>
              </a:spcAft>
              <a:buClr>
                <a:srgbClr val="888888"/>
              </a:buClr>
              <a:buSzPts val="1350"/>
              <a:buNone/>
              <a:defRPr sz="1350">
                <a:solidFill>
                  <a:srgbClr val="888888"/>
                </a:solidFill>
              </a:defRPr>
            </a:lvl2pPr>
            <a:lvl3pPr marL="1371600" lvl="2" indent="-228600" algn="l">
              <a:lnSpc>
                <a:spcPct val="100000"/>
              </a:lnSpc>
              <a:spcBef>
                <a:spcPts val="240"/>
              </a:spcBef>
              <a:spcAft>
                <a:spcPts val="0"/>
              </a:spcAft>
              <a:buClr>
                <a:srgbClr val="888888"/>
              </a:buClr>
              <a:buSzPts val="1200"/>
              <a:buNone/>
              <a:defRPr sz="1200">
                <a:solidFill>
                  <a:srgbClr val="888888"/>
                </a:solidFill>
              </a:defRPr>
            </a:lvl3pPr>
            <a:lvl4pPr marL="1828800" lvl="3" indent="-228600" algn="l">
              <a:lnSpc>
                <a:spcPct val="100000"/>
              </a:lnSpc>
              <a:spcBef>
                <a:spcPts val="210"/>
              </a:spcBef>
              <a:spcAft>
                <a:spcPts val="0"/>
              </a:spcAft>
              <a:buClr>
                <a:srgbClr val="888888"/>
              </a:buClr>
              <a:buSzPts val="1050"/>
              <a:buNone/>
              <a:defRPr sz="1050">
                <a:solidFill>
                  <a:srgbClr val="888888"/>
                </a:solidFill>
              </a:defRPr>
            </a:lvl4pPr>
            <a:lvl5pPr marL="2286000" lvl="4" indent="-228600" algn="l">
              <a:lnSpc>
                <a:spcPct val="100000"/>
              </a:lnSpc>
              <a:spcBef>
                <a:spcPts val="210"/>
              </a:spcBef>
              <a:spcAft>
                <a:spcPts val="0"/>
              </a:spcAft>
              <a:buClr>
                <a:srgbClr val="888888"/>
              </a:buClr>
              <a:buSzPts val="1050"/>
              <a:buNone/>
              <a:defRPr sz="1050">
                <a:solidFill>
                  <a:srgbClr val="888888"/>
                </a:solidFill>
              </a:defRPr>
            </a:lvl5pPr>
            <a:lvl6pPr marL="2743200" lvl="5" indent="-228600" algn="l">
              <a:lnSpc>
                <a:spcPct val="100000"/>
              </a:lnSpc>
              <a:spcBef>
                <a:spcPts val="210"/>
              </a:spcBef>
              <a:spcAft>
                <a:spcPts val="0"/>
              </a:spcAft>
              <a:buClr>
                <a:srgbClr val="888888"/>
              </a:buClr>
              <a:buSzPts val="1050"/>
              <a:buNone/>
              <a:defRPr sz="1050">
                <a:solidFill>
                  <a:srgbClr val="888888"/>
                </a:solidFill>
              </a:defRPr>
            </a:lvl6pPr>
            <a:lvl7pPr marL="3200400" lvl="6" indent="-228600" algn="l">
              <a:lnSpc>
                <a:spcPct val="100000"/>
              </a:lnSpc>
              <a:spcBef>
                <a:spcPts val="210"/>
              </a:spcBef>
              <a:spcAft>
                <a:spcPts val="0"/>
              </a:spcAft>
              <a:buClr>
                <a:srgbClr val="888888"/>
              </a:buClr>
              <a:buSzPts val="1050"/>
              <a:buNone/>
              <a:defRPr sz="1050">
                <a:solidFill>
                  <a:srgbClr val="888888"/>
                </a:solidFill>
              </a:defRPr>
            </a:lvl7pPr>
            <a:lvl8pPr marL="3657600" lvl="7" indent="-228600" algn="l">
              <a:lnSpc>
                <a:spcPct val="100000"/>
              </a:lnSpc>
              <a:spcBef>
                <a:spcPts val="210"/>
              </a:spcBef>
              <a:spcAft>
                <a:spcPts val="0"/>
              </a:spcAft>
              <a:buClr>
                <a:srgbClr val="888888"/>
              </a:buClr>
              <a:buSzPts val="1050"/>
              <a:buNone/>
              <a:defRPr sz="1050">
                <a:solidFill>
                  <a:srgbClr val="888888"/>
                </a:solidFill>
              </a:defRPr>
            </a:lvl8pPr>
            <a:lvl9pPr marL="4114800" lvl="8" indent="-228600" algn="l">
              <a:lnSpc>
                <a:spcPct val="100000"/>
              </a:lnSpc>
              <a:spcBef>
                <a:spcPts val="210"/>
              </a:spcBef>
              <a:spcAft>
                <a:spcPts val="0"/>
              </a:spcAft>
              <a:buClr>
                <a:srgbClr val="888888"/>
              </a:buClr>
              <a:buSzPts val="1050"/>
              <a:buNone/>
              <a:defRPr sz="1050">
                <a:solidFill>
                  <a:srgbClr val="888888"/>
                </a:solidFill>
              </a:defRPr>
            </a:lvl9pPr>
          </a:lstStyle>
          <a:p>
            <a:endParaRPr/>
          </a:p>
        </p:txBody>
      </p:sp>
      <p:sp>
        <p:nvSpPr>
          <p:cNvPr id="105" name="Google Shape;105;p11"/>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3_Section Header">
  <p:cSld name="3_Section Header">
    <p:spTree>
      <p:nvGrpSpPr>
        <p:cNvPr id="1" name="Shape 106"/>
        <p:cNvGrpSpPr/>
        <p:nvPr/>
      </p:nvGrpSpPr>
      <p:grpSpPr>
        <a:xfrm>
          <a:off x="0" y="0"/>
          <a:ext cx="0" cy="0"/>
          <a:chOff x="0" y="0"/>
          <a:chExt cx="0" cy="0"/>
        </a:xfrm>
      </p:grpSpPr>
      <p:pic>
        <p:nvPicPr>
          <p:cNvPr id="107" name="Google Shape;107;p12" descr="A group of people posing for the camera  Description automatically generated"/>
          <p:cNvPicPr preferRelativeResize="0"/>
          <p:nvPr/>
        </p:nvPicPr>
        <p:blipFill rotWithShape="1">
          <a:blip r:embed="rId2">
            <a:alphaModFix/>
          </a:blip>
          <a:srcRect/>
          <a:stretch/>
        </p:blipFill>
        <p:spPr>
          <a:xfrm>
            <a:off x="0" y="-9563"/>
            <a:ext cx="5387332" cy="5161997"/>
          </a:xfrm>
          <a:prstGeom prst="rect">
            <a:avLst/>
          </a:prstGeom>
          <a:noFill/>
          <a:ln>
            <a:noFill/>
          </a:ln>
        </p:spPr>
      </p:pic>
      <p:grpSp>
        <p:nvGrpSpPr>
          <p:cNvPr id="108" name="Google Shape;108;p12"/>
          <p:cNvGrpSpPr/>
          <p:nvPr/>
        </p:nvGrpSpPr>
        <p:grpSpPr>
          <a:xfrm rot="10800000">
            <a:off x="2071688" y="-10886"/>
            <a:ext cx="6399490" cy="5143501"/>
            <a:chOff x="0" y="-1"/>
            <a:chExt cx="6377354" cy="5150732"/>
          </a:xfrm>
        </p:grpSpPr>
        <p:sp>
          <p:nvSpPr>
            <p:cNvPr id="109" name="Google Shape;109;p12"/>
            <p:cNvSpPr/>
            <p:nvPr/>
          </p:nvSpPr>
          <p:spPr>
            <a:xfrm>
              <a:off x="0" y="0"/>
              <a:ext cx="3059877" cy="51435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10" name="Google Shape;110;p12"/>
            <p:cNvSpPr/>
            <p:nvPr/>
          </p:nvSpPr>
          <p:spPr>
            <a:xfrm rot="5400000">
              <a:off x="2143249" y="916627"/>
              <a:ext cx="5150732" cy="3317477"/>
            </a:xfrm>
            <a:prstGeom prst="triangle">
              <a:avLst>
                <a:gd name="adj" fmla="val 0"/>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grpSp>
        <p:nvGrpSpPr>
          <p:cNvPr id="111" name="Google Shape;111;p12"/>
          <p:cNvGrpSpPr/>
          <p:nvPr/>
        </p:nvGrpSpPr>
        <p:grpSpPr>
          <a:xfrm rot="10800000">
            <a:off x="2589184" y="-16820"/>
            <a:ext cx="6548803" cy="5169255"/>
            <a:chOff x="-34290" y="-1"/>
            <a:chExt cx="6548804" cy="5150732"/>
          </a:xfrm>
        </p:grpSpPr>
        <p:sp>
          <p:nvSpPr>
            <p:cNvPr id="112" name="Google Shape;112;p12"/>
            <p:cNvSpPr/>
            <p:nvPr/>
          </p:nvSpPr>
          <p:spPr>
            <a:xfrm>
              <a:off x="-34290" y="1"/>
              <a:ext cx="3231326" cy="51435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13" name="Google Shape;113;p12"/>
            <p:cNvSpPr/>
            <p:nvPr/>
          </p:nvSpPr>
          <p:spPr>
            <a:xfrm rot="5400000">
              <a:off x="2280409" y="916627"/>
              <a:ext cx="5150732" cy="3317477"/>
            </a:xfrm>
            <a:prstGeom prst="triangle">
              <a:avLst>
                <a:gd name="adj" fmla="val 0"/>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114" name="Google Shape;114;p12"/>
          <p:cNvSpPr/>
          <p:nvPr/>
        </p:nvSpPr>
        <p:spPr>
          <a:xfrm rot="-8820000">
            <a:off x="4208375" y="-421296"/>
            <a:ext cx="153842" cy="4527614"/>
          </a:xfrm>
          <a:custGeom>
            <a:avLst/>
            <a:gdLst/>
            <a:ahLst/>
            <a:cxnLst/>
            <a:rect l="l" t="t" r="r" b="b"/>
            <a:pathLst>
              <a:path w="81241" h="4522221" extrusionOk="0">
                <a:moveTo>
                  <a:pt x="10903" y="131585"/>
                </a:moveTo>
                <a:lnTo>
                  <a:pt x="76142" y="0"/>
                </a:lnTo>
                <a:cubicBezTo>
                  <a:pt x="77842" y="1472062"/>
                  <a:pt x="79541" y="2944124"/>
                  <a:pt x="81241" y="4416186"/>
                </a:cubicBezTo>
                <a:cubicBezTo>
                  <a:pt x="14484" y="4497775"/>
                  <a:pt x="27080" y="4486876"/>
                  <a:pt x="0" y="4522221"/>
                </a:cubicBezTo>
                <a:cubicBezTo>
                  <a:pt x="3151" y="3094021"/>
                  <a:pt x="7752" y="1559785"/>
                  <a:pt x="10903" y="131585"/>
                </a:cubicBezTo>
                <a:close/>
              </a:path>
            </a:pathLst>
          </a:cu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15" name="Google Shape;115;p12"/>
          <p:cNvSpPr txBox="1">
            <a:spLocks noGrp="1"/>
          </p:cNvSpPr>
          <p:nvPr>
            <p:ph type="title"/>
          </p:nvPr>
        </p:nvSpPr>
        <p:spPr>
          <a:xfrm>
            <a:off x="4520564" y="2612014"/>
            <a:ext cx="3592512" cy="1021556"/>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2400"/>
              <a:buFont typeface="Arial"/>
              <a:buNone/>
              <a:defRPr sz="24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6" name="Google Shape;116;p12"/>
          <p:cNvSpPr txBox="1">
            <a:spLocks noGrp="1"/>
          </p:cNvSpPr>
          <p:nvPr>
            <p:ph type="body" idx="1"/>
          </p:nvPr>
        </p:nvSpPr>
        <p:spPr>
          <a:xfrm>
            <a:off x="4520564" y="3633570"/>
            <a:ext cx="3592512" cy="344090"/>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00"/>
              </a:spcBef>
              <a:spcAft>
                <a:spcPts val="0"/>
              </a:spcAft>
              <a:buClr>
                <a:srgbClr val="4A4F55"/>
              </a:buClr>
              <a:buSzPts val="1500"/>
              <a:buNone/>
              <a:defRPr sz="1500">
                <a:solidFill>
                  <a:srgbClr val="4A4F55"/>
                </a:solidFill>
              </a:defRPr>
            </a:lvl1pPr>
            <a:lvl2pPr marL="914400" lvl="1" indent="-228600" algn="l">
              <a:lnSpc>
                <a:spcPct val="100000"/>
              </a:lnSpc>
              <a:spcBef>
                <a:spcPts val="270"/>
              </a:spcBef>
              <a:spcAft>
                <a:spcPts val="0"/>
              </a:spcAft>
              <a:buClr>
                <a:srgbClr val="888888"/>
              </a:buClr>
              <a:buSzPts val="1350"/>
              <a:buNone/>
              <a:defRPr sz="1350">
                <a:solidFill>
                  <a:srgbClr val="888888"/>
                </a:solidFill>
              </a:defRPr>
            </a:lvl2pPr>
            <a:lvl3pPr marL="1371600" lvl="2" indent="-228600" algn="l">
              <a:lnSpc>
                <a:spcPct val="100000"/>
              </a:lnSpc>
              <a:spcBef>
                <a:spcPts val="240"/>
              </a:spcBef>
              <a:spcAft>
                <a:spcPts val="0"/>
              </a:spcAft>
              <a:buClr>
                <a:srgbClr val="888888"/>
              </a:buClr>
              <a:buSzPts val="1200"/>
              <a:buNone/>
              <a:defRPr sz="1200">
                <a:solidFill>
                  <a:srgbClr val="888888"/>
                </a:solidFill>
              </a:defRPr>
            </a:lvl3pPr>
            <a:lvl4pPr marL="1828800" lvl="3" indent="-228600" algn="l">
              <a:lnSpc>
                <a:spcPct val="100000"/>
              </a:lnSpc>
              <a:spcBef>
                <a:spcPts val="210"/>
              </a:spcBef>
              <a:spcAft>
                <a:spcPts val="0"/>
              </a:spcAft>
              <a:buClr>
                <a:srgbClr val="888888"/>
              </a:buClr>
              <a:buSzPts val="1050"/>
              <a:buNone/>
              <a:defRPr sz="1050">
                <a:solidFill>
                  <a:srgbClr val="888888"/>
                </a:solidFill>
              </a:defRPr>
            </a:lvl4pPr>
            <a:lvl5pPr marL="2286000" lvl="4" indent="-228600" algn="l">
              <a:lnSpc>
                <a:spcPct val="100000"/>
              </a:lnSpc>
              <a:spcBef>
                <a:spcPts val="210"/>
              </a:spcBef>
              <a:spcAft>
                <a:spcPts val="0"/>
              </a:spcAft>
              <a:buClr>
                <a:srgbClr val="888888"/>
              </a:buClr>
              <a:buSzPts val="1050"/>
              <a:buNone/>
              <a:defRPr sz="1050">
                <a:solidFill>
                  <a:srgbClr val="888888"/>
                </a:solidFill>
              </a:defRPr>
            </a:lvl5pPr>
            <a:lvl6pPr marL="2743200" lvl="5" indent="-228600" algn="l">
              <a:lnSpc>
                <a:spcPct val="100000"/>
              </a:lnSpc>
              <a:spcBef>
                <a:spcPts val="210"/>
              </a:spcBef>
              <a:spcAft>
                <a:spcPts val="0"/>
              </a:spcAft>
              <a:buClr>
                <a:srgbClr val="888888"/>
              </a:buClr>
              <a:buSzPts val="1050"/>
              <a:buNone/>
              <a:defRPr sz="1050">
                <a:solidFill>
                  <a:srgbClr val="888888"/>
                </a:solidFill>
              </a:defRPr>
            </a:lvl6pPr>
            <a:lvl7pPr marL="3200400" lvl="6" indent="-228600" algn="l">
              <a:lnSpc>
                <a:spcPct val="100000"/>
              </a:lnSpc>
              <a:spcBef>
                <a:spcPts val="210"/>
              </a:spcBef>
              <a:spcAft>
                <a:spcPts val="0"/>
              </a:spcAft>
              <a:buClr>
                <a:srgbClr val="888888"/>
              </a:buClr>
              <a:buSzPts val="1050"/>
              <a:buNone/>
              <a:defRPr sz="1050">
                <a:solidFill>
                  <a:srgbClr val="888888"/>
                </a:solidFill>
              </a:defRPr>
            </a:lvl7pPr>
            <a:lvl8pPr marL="3657600" lvl="7" indent="-228600" algn="l">
              <a:lnSpc>
                <a:spcPct val="100000"/>
              </a:lnSpc>
              <a:spcBef>
                <a:spcPts val="210"/>
              </a:spcBef>
              <a:spcAft>
                <a:spcPts val="0"/>
              </a:spcAft>
              <a:buClr>
                <a:srgbClr val="888888"/>
              </a:buClr>
              <a:buSzPts val="1050"/>
              <a:buNone/>
              <a:defRPr sz="1050">
                <a:solidFill>
                  <a:srgbClr val="888888"/>
                </a:solidFill>
              </a:defRPr>
            </a:lvl8pPr>
            <a:lvl9pPr marL="4114800" lvl="8" indent="-228600" algn="l">
              <a:lnSpc>
                <a:spcPct val="100000"/>
              </a:lnSpc>
              <a:spcBef>
                <a:spcPts val="210"/>
              </a:spcBef>
              <a:spcAft>
                <a:spcPts val="0"/>
              </a:spcAft>
              <a:buClr>
                <a:srgbClr val="888888"/>
              </a:buClr>
              <a:buSzPts val="1050"/>
              <a:buNone/>
              <a:defRPr sz="1050">
                <a:solidFill>
                  <a:srgbClr val="888888"/>
                </a:solidFill>
              </a:defRPr>
            </a:lvl9pPr>
          </a:lstStyle>
          <a:p>
            <a:endParaRPr/>
          </a:p>
        </p:txBody>
      </p:sp>
      <p:sp>
        <p:nvSpPr>
          <p:cNvPr id="117" name="Google Shape;117;p12"/>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4_Section Header">
  <p:cSld name="4_Section Header">
    <p:spTree>
      <p:nvGrpSpPr>
        <p:cNvPr id="1" name="Shape 118"/>
        <p:cNvGrpSpPr/>
        <p:nvPr/>
      </p:nvGrpSpPr>
      <p:grpSpPr>
        <a:xfrm>
          <a:off x="0" y="0"/>
          <a:ext cx="0" cy="0"/>
          <a:chOff x="0" y="0"/>
          <a:chExt cx="0" cy="0"/>
        </a:xfrm>
      </p:grpSpPr>
      <p:pic>
        <p:nvPicPr>
          <p:cNvPr id="119" name="Google Shape;119;p13" descr="A group of people walking down a street  Description automatically generated"/>
          <p:cNvPicPr preferRelativeResize="0"/>
          <p:nvPr/>
        </p:nvPicPr>
        <p:blipFill rotWithShape="1">
          <a:blip r:embed="rId2">
            <a:alphaModFix/>
          </a:blip>
          <a:srcRect t="-162" b="-176"/>
          <a:stretch/>
        </p:blipFill>
        <p:spPr>
          <a:xfrm>
            <a:off x="3369971" y="-17293"/>
            <a:ext cx="5774029" cy="5160793"/>
          </a:xfrm>
          <a:prstGeom prst="rect">
            <a:avLst/>
          </a:prstGeom>
          <a:noFill/>
          <a:ln>
            <a:noFill/>
          </a:ln>
        </p:spPr>
      </p:pic>
      <p:grpSp>
        <p:nvGrpSpPr>
          <p:cNvPr id="120" name="Google Shape;120;p13"/>
          <p:cNvGrpSpPr/>
          <p:nvPr/>
        </p:nvGrpSpPr>
        <p:grpSpPr>
          <a:xfrm>
            <a:off x="439200" y="0"/>
            <a:ext cx="6377354" cy="5154356"/>
            <a:chOff x="0" y="-1"/>
            <a:chExt cx="6377354" cy="5150732"/>
          </a:xfrm>
        </p:grpSpPr>
        <p:sp>
          <p:nvSpPr>
            <p:cNvPr id="121" name="Google Shape;121;p13"/>
            <p:cNvSpPr/>
            <p:nvPr/>
          </p:nvSpPr>
          <p:spPr>
            <a:xfrm>
              <a:off x="0" y="0"/>
              <a:ext cx="3059877" cy="51435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22" name="Google Shape;122;p13"/>
            <p:cNvSpPr/>
            <p:nvPr/>
          </p:nvSpPr>
          <p:spPr>
            <a:xfrm rot="5400000">
              <a:off x="2143249" y="916627"/>
              <a:ext cx="5150732" cy="3317477"/>
            </a:xfrm>
            <a:prstGeom prst="triangle">
              <a:avLst>
                <a:gd name="adj" fmla="val 0"/>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grpSp>
        <p:nvGrpSpPr>
          <p:cNvPr id="123" name="Google Shape;123;p13"/>
          <p:cNvGrpSpPr/>
          <p:nvPr/>
        </p:nvGrpSpPr>
        <p:grpSpPr>
          <a:xfrm>
            <a:off x="-80647" y="-2"/>
            <a:ext cx="6377354" cy="5156081"/>
            <a:chOff x="0" y="-1"/>
            <a:chExt cx="6377354" cy="5150732"/>
          </a:xfrm>
        </p:grpSpPr>
        <p:sp>
          <p:nvSpPr>
            <p:cNvPr id="124" name="Google Shape;124;p13"/>
            <p:cNvSpPr/>
            <p:nvPr/>
          </p:nvSpPr>
          <p:spPr>
            <a:xfrm>
              <a:off x="0" y="0"/>
              <a:ext cx="3059877" cy="51435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25" name="Google Shape;125;p13"/>
            <p:cNvSpPr/>
            <p:nvPr/>
          </p:nvSpPr>
          <p:spPr>
            <a:xfrm rot="5400000">
              <a:off x="2143249" y="916627"/>
              <a:ext cx="5150732" cy="3317477"/>
            </a:xfrm>
            <a:prstGeom prst="triangle">
              <a:avLst>
                <a:gd name="adj" fmla="val 0"/>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126" name="Google Shape;126;p13"/>
          <p:cNvSpPr/>
          <p:nvPr/>
        </p:nvSpPr>
        <p:spPr>
          <a:xfrm rot="1956373">
            <a:off x="4575729" y="1038850"/>
            <a:ext cx="133535" cy="4514253"/>
          </a:xfrm>
          <a:custGeom>
            <a:avLst/>
            <a:gdLst/>
            <a:ahLst/>
            <a:cxnLst/>
            <a:rect l="l" t="t" r="r" b="b"/>
            <a:pathLst>
              <a:path w="74404" h="4514253" extrusionOk="0">
                <a:moveTo>
                  <a:pt x="4066" y="131585"/>
                </a:moveTo>
                <a:lnTo>
                  <a:pt x="69305" y="0"/>
                </a:lnTo>
                <a:cubicBezTo>
                  <a:pt x="71005" y="1472062"/>
                  <a:pt x="72704" y="2944124"/>
                  <a:pt x="74404" y="4416186"/>
                </a:cubicBezTo>
                <a:lnTo>
                  <a:pt x="0" y="4514253"/>
                </a:lnTo>
                <a:cubicBezTo>
                  <a:pt x="3151" y="3086053"/>
                  <a:pt x="915" y="1559785"/>
                  <a:pt x="4066" y="131585"/>
                </a:cubicBezTo>
                <a:close/>
              </a:path>
            </a:pathLst>
          </a:cu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27" name="Google Shape;127;p13"/>
          <p:cNvSpPr txBox="1">
            <a:spLocks noGrp="1"/>
          </p:cNvSpPr>
          <p:nvPr>
            <p:ph type="title"/>
          </p:nvPr>
        </p:nvSpPr>
        <p:spPr>
          <a:xfrm>
            <a:off x="601358" y="470882"/>
            <a:ext cx="3592512" cy="1021556"/>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2400"/>
              <a:buFont typeface="Arial"/>
              <a:buNone/>
              <a:defRPr sz="24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8" name="Google Shape;128;p13"/>
          <p:cNvSpPr txBox="1">
            <a:spLocks noGrp="1"/>
          </p:cNvSpPr>
          <p:nvPr>
            <p:ph type="body" idx="1"/>
          </p:nvPr>
        </p:nvSpPr>
        <p:spPr>
          <a:xfrm>
            <a:off x="601358" y="1492438"/>
            <a:ext cx="3592512" cy="344090"/>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00"/>
              </a:spcBef>
              <a:spcAft>
                <a:spcPts val="0"/>
              </a:spcAft>
              <a:buClr>
                <a:srgbClr val="4A4F55"/>
              </a:buClr>
              <a:buSzPts val="1500"/>
              <a:buNone/>
              <a:defRPr sz="1500">
                <a:solidFill>
                  <a:srgbClr val="4A4F55"/>
                </a:solidFill>
              </a:defRPr>
            </a:lvl1pPr>
            <a:lvl2pPr marL="914400" lvl="1" indent="-228600" algn="l">
              <a:lnSpc>
                <a:spcPct val="100000"/>
              </a:lnSpc>
              <a:spcBef>
                <a:spcPts val="270"/>
              </a:spcBef>
              <a:spcAft>
                <a:spcPts val="0"/>
              </a:spcAft>
              <a:buClr>
                <a:srgbClr val="888888"/>
              </a:buClr>
              <a:buSzPts val="1350"/>
              <a:buNone/>
              <a:defRPr sz="1350">
                <a:solidFill>
                  <a:srgbClr val="888888"/>
                </a:solidFill>
              </a:defRPr>
            </a:lvl2pPr>
            <a:lvl3pPr marL="1371600" lvl="2" indent="-228600" algn="l">
              <a:lnSpc>
                <a:spcPct val="100000"/>
              </a:lnSpc>
              <a:spcBef>
                <a:spcPts val="240"/>
              </a:spcBef>
              <a:spcAft>
                <a:spcPts val="0"/>
              </a:spcAft>
              <a:buClr>
                <a:srgbClr val="888888"/>
              </a:buClr>
              <a:buSzPts val="1200"/>
              <a:buNone/>
              <a:defRPr sz="1200">
                <a:solidFill>
                  <a:srgbClr val="888888"/>
                </a:solidFill>
              </a:defRPr>
            </a:lvl3pPr>
            <a:lvl4pPr marL="1828800" lvl="3" indent="-228600" algn="l">
              <a:lnSpc>
                <a:spcPct val="100000"/>
              </a:lnSpc>
              <a:spcBef>
                <a:spcPts val="210"/>
              </a:spcBef>
              <a:spcAft>
                <a:spcPts val="0"/>
              </a:spcAft>
              <a:buClr>
                <a:srgbClr val="888888"/>
              </a:buClr>
              <a:buSzPts val="1050"/>
              <a:buNone/>
              <a:defRPr sz="1050">
                <a:solidFill>
                  <a:srgbClr val="888888"/>
                </a:solidFill>
              </a:defRPr>
            </a:lvl4pPr>
            <a:lvl5pPr marL="2286000" lvl="4" indent="-228600" algn="l">
              <a:lnSpc>
                <a:spcPct val="100000"/>
              </a:lnSpc>
              <a:spcBef>
                <a:spcPts val="210"/>
              </a:spcBef>
              <a:spcAft>
                <a:spcPts val="0"/>
              </a:spcAft>
              <a:buClr>
                <a:srgbClr val="888888"/>
              </a:buClr>
              <a:buSzPts val="1050"/>
              <a:buNone/>
              <a:defRPr sz="1050">
                <a:solidFill>
                  <a:srgbClr val="888888"/>
                </a:solidFill>
              </a:defRPr>
            </a:lvl5pPr>
            <a:lvl6pPr marL="2743200" lvl="5" indent="-228600" algn="l">
              <a:lnSpc>
                <a:spcPct val="100000"/>
              </a:lnSpc>
              <a:spcBef>
                <a:spcPts val="210"/>
              </a:spcBef>
              <a:spcAft>
                <a:spcPts val="0"/>
              </a:spcAft>
              <a:buClr>
                <a:srgbClr val="888888"/>
              </a:buClr>
              <a:buSzPts val="1050"/>
              <a:buNone/>
              <a:defRPr sz="1050">
                <a:solidFill>
                  <a:srgbClr val="888888"/>
                </a:solidFill>
              </a:defRPr>
            </a:lvl6pPr>
            <a:lvl7pPr marL="3200400" lvl="6" indent="-228600" algn="l">
              <a:lnSpc>
                <a:spcPct val="100000"/>
              </a:lnSpc>
              <a:spcBef>
                <a:spcPts val="210"/>
              </a:spcBef>
              <a:spcAft>
                <a:spcPts val="0"/>
              </a:spcAft>
              <a:buClr>
                <a:srgbClr val="888888"/>
              </a:buClr>
              <a:buSzPts val="1050"/>
              <a:buNone/>
              <a:defRPr sz="1050">
                <a:solidFill>
                  <a:srgbClr val="888888"/>
                </a:solidFill>
              </a:defRPr>
            </a:lvl7pPr>
            <a:lvl8pPr marL="3657600" lvl="7" indent="-228600" algn="l">
              <a:lnSpc>
                <a:spcPct val="100000"/>
              </a:lnSpc>
              <a:spcBef>
                <a:spcPts val="210"/>
              </a:spcBef>
              <a:spcAft>
                <a:spcPts val="0"/>
              </a:spcAft>
              <a:buClr>
                <a:srgbClr val="888888"/>
              </a:buClr>
              <a:buSzPts val="1050"/>
              <a:buNone/>
              <a:defRPr sz="1050">
                <a:solidFill>
                  <a:srgbClr val="888888"/>
                </a:solidFill>
              </a:defRPr>
            </a:lvl8pPr>
            <a:lvl9pPr marL="4114800" lvl="8" indent="-228600" algn="l">
              <a:lnSpc>
                <a:spcPct val="100000"/>
              </a:lnSpc>
              <a:spcBef>
                <a:spcPts val="210"/>
              </a:spcBef>
              <a:spcAft>
                <a:spcPts val="0"/>
              </a:spcAft>
              <a:buClr>
                <a:srgbClr val="888888"/>
              </a:buClr>
              <a:buSzPts val="1050"/>
              <a:buNone/>
              <a:defRPr sz="1050">
                <a:solidFill>
                  <a:srgbClr val="888888"/>
                </a:solidFill>
              </a:defRPr>
            </a:lvl9pPr>
          </a:lstStyle>
          <a:p>
            <a:endParaRPr/>
          </a:p>
        </p:txBody>
      </p:sp>
      <p:sp>
        <p:nvSpPr>
          <p:cNvPr id="129" name="Google Shape;129;p13"/>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6_Section Header">
  <p:cSld name="6_Section Header">
    <p:spTree>
      <p:nvGrpSpPr>
        <p:cNvPr id="1" name="Shape 130"/>
        <p:cNvGrpSpPr/>
        <p:nvPr/>
      </p:nvGrpSpPr>
      <p:grpSpPr>
        <a:xfrm>
          <a:off x="0" y="0"/>
          <a:ext cx="0" cy="0"/>
          <a:chOff x="0" y="0"/>
          <a:chExt cx="0" cy="0"/>
        </a:xfrm>
      </p:grpSpPr>
      <p:pic>
        <p:nvPicPr>
          <p:cNvPr id="131" name="Google Shape;131;p14" descr="A group of people walking down a street next to a building  Description automatically generated"/>
          <p:cNvPicPr preferRelativeResize="0"/>
          <p:nvPr/>
        </p:nvPicPr>
        <p:blipFill rotWithShape="1">
          <a:blip r:embed="rId2">
            <a:alphaModFix/>
          </a:blip>
          <a:srcRect/>
          <a:stretch/>
        </p:blipFill>
        <p:spPr>
          <a:xfrm>
            <a:off x="4607449" y="0"/>
            <a:ext cx="4536551" cy="5125355"/>
          </a:xfrm>
          <a:prstGeom prst="rect">
            <a:avLst/>
          </a:prstGeom>
          <a:noFill/>
          <a:ln>
            <a:noFill/>
          </a:ln>
        </p:spPr>
      </p:pic>
      <p:sp>
        <p:nvSpPr>
          <p:cNvPr id="132" name="Google Shape;132;p14"/>
          <p:cNvSpPr txBox="1">
            <a:spLocks noGrp="1"/>
          </p:cNvSpPr>
          <p:nvPr>
            <p:ph type="title"/>
          </p:nvPr>
        </p:nvSpPr>
        <p:spPr>
          <a:xfrm>
            <a:off x="512001" y="644503"/>
            <a:ext cx="3592512" cy="1021556"/>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2400"/>
              <a:buFont typeface="Arial"/>
              <a:buNone/>
              <a:defRPr sz="24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3" name="Google Shape;133;p14"/>
          <p:cNvSpPr txBox="1">
            <a:spLocks noGrp="1"/>
          </p:cNvSpPr>
          <p:nvPr>
            <p:ph type="body" idx="1"/>
          </p:nvPr>
        </p:nvSpPr>
        <p:spPr>
          <a:xfrm>
            <a:off x="512001" y="1666059"/>
            <a:ext cx="3592512" cy="344090"/>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00"/>
              </a:spcBef>
              <a:spcAft>
                <a:spcPts val="0"/>
              </a:spcAft>
              <a:buClr>
                <a:srgbClr val="4A4F55"/>
              </a:buClr>
              <a:buSzPts val="1500"/>
              <a:buNone/>
              <a:defRPr sz="1500">
                <a:solidFill>
                  <a:srgbClr val="4A4F55"/>
                </a:solidFill>
              </a:defRPr>
            </a:lvl1pPr>
            <a:lvl2pPr marL="914400" lvl="1" indent="-228600" algn="l">
              <a:lnSpc>
                <a:spcPct val="100000"/>
              </a:lnSpc>
              <a:spcBef>
                <a:spcPts val="270"/>
              </a:spcBef>
              <a:spcAft>
                <a:spcPts val="0"/>
              </a:spcAft>
              <a:buClr>
                <a:srgbClr val="888888"/>
              </a:buClr>
              <a:buSzPts val="1350"/>
              <a:buNone/>
              <a:defRPr sz="1350">
                <a:solidFill>
                  <a:srgbClr val="888888"/>
                </a:solidFill>
              </a:defRPr>
            </a:lvl2pPr>
            <a:lvl3pPr marL="1371600" lvl="2" indent="-228600" algn="l">
              <a:lnSpc>
                <a:spcPct val="100000"/>
              </a:lnSpc>
              <a:spcBef>
                <a:spcPts val="240"/>
              </a:spcBef>
              <a:spcAft>
                <a:spcPts val="0"/>
              </a:spcAft>
              <a:buClr>
                <a:srgbClr val="888888"/>
              </a:buClr>
              <a:buSzPts val="1200"/>
              <a:buNone/>
              <a:defRPr sz="1200">
                <a:solidFill>
                  <a:srgbClr val="888888"/>
                </a:solidFill>
              </a:defRPr>
            </a:lvl3pPr>
            <a:lvl4pPr marL="1828800" lvl="3" indent="-228600" algn="l">
              <a:lnSpc>
                <a:spcPct val="100000"/>
              </a:lnSpc>
              <a:spcBef>
                <a:spcPts val="210"/>
              </a:spcBef>
              <a:spcAft>
                <a:spcPts val="0"/>
              </a:spcAft>
              <a:buClr>
                <a:srgbClr val="888888"/>
              </a:buClr>
              <a:buSzPts val="1050"/>
              <a:buNone/>
              <a:defRPr sz="1050">
                <a:solidFill>
                  <a:srgbClr val="888888"/>
                </a:solidFill>
              </a:defRPr>
            </a:lvl4pPr>
            <a:lvl5pPr marL="2286000" lvl="4" indent="-228600" algn="l">
              <a:lnSpc>
                <a:spcPct val="100000"/>
              </a:lnSpc>
              <a:spcBef>
                <a:spcPts val="210"/>
              </a:spcBef>
              <a:spcAft>
                <a:spcPts val="0"/>
              </a:spcAft>
              <a:buClr>
                <a:srgbClr val="888888"/>
              </a:buClr>
              <a:buSzPts val="1050"/>
              <a:buNone/>
              <a:defRPr sz="1050">
                <a:solidFill>
                  <a:srgbClr val="888888"/>
                </a:solidFill>
              </a:defRPr>
            </a:lvl5pPr>
            <a:lvl6pPr marL="2743200" lvl="5" indent="-228600" algn="l">
              <a:lnSpc>
                <a:spcPct val="100000"/>
              </a:lnSpc>
              <a:spcBef>
                <a:spcPts val="210"/>
              </a:spcBef>
              <a:spcAft>
                <a:spcPts val="0"/>
              </a:spcAft>
              <a:buClr>
                <a:srgbClr val="888888"/>
              </a:buClr>
              <a:buSzPts val="1050"/>
              <a:buNone/>
              <a:defRPr sz="1050">
                <a:solidFill>
                  <a:srgbClr val="888888"/>
                </a:solidFill>
              </a:defRPr>
            </a:lvl6pPr>
            <a:lvl7pPr marL="3200400" lvl="6" indent="-228600" algn="l">
              <a:lnSpc>
                <a:spcPct val="100000"/>
              </a:lnSpc>
              <a:spcBef>
                <a:spcPts val="210"/>
              </a:spcBef>
              <a:spcAft>
                <a:spcPts val="0"/>
              </a:spcAft>
              <a:buClr>
                <a:srgbClr val="888888"/>
              </a:buClr>
              <a:buSzPts val="1050"/>
              <a:buNone/>
              <a:defRPr sz="1050">
                <a:solidFill>
                  <a:srgbClr val="888888"/>
                </a:solidFill>
              </a:defRPr>
            </a:lvl7pPr>
            <a:lvl8pPr marL="3657600" lvl="7" indent="-228600" algn="l">
              <a:lnSpc>
                <a:spcPct val="100000"/>
              </a:lnSpc>
              <a:spcBef>
                <a:spcPts val="210"/>
              </a:spcBef>
              <a:spcAft>
                <a:spcPts val="0"/>
              </a:spcAft>
              <a:buClr>
                <a:srgbClr val="888888"/>
              </a:buClr>
              <a:buSzPts val="1050"/>
              <a:buNone/>
              <a:defRPr sz="1050">
                <a:solidFill>
                  <a:srgbClr val="888888"/>
                </a:solidFill>
              </a:defRPr>
            </a:lvl8pPr>
            <a:lvl9pPr marL="4114800" lvl="8" indent="-228600" algn="l">
              <a:lnSpc>
                <a:spcPct val="100000"/>
              </a:lnSpc>
              <a:spcBef>
                <a:spcPts val="210"/>
              </a:spcBef>
              <a:spcAft>
                <a:spcPts val="0"/>
              </a:spcAft>
              <a:buClr>
                <a:srgbClr val="888888"/>
              </a:buClr>
              <a:buSzPts val="1050"/>
              <a:buNone/>
              <a:defRPr sz="1050">
                <a:solidFill>
                  <a:srgbClr val="888888"/>
                </a:solidFill>
              </a:defRPr>
            </a:lvl9pPr>
          </a:lstStyle>
          <a:p>
            <a:endParaRPr/>
          </a:p>
        </p:txBody>
      </p:sp>
      <p:sp>
        <p:nvSpPr>
          <p:cNvPr id="134" name="Google Shape;134;p14"/>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135" name="Google Shape;135;p14"/>
          <p:cNvSpPr/>
          <p:nvPr/>
        </p:nvSpPr>
        <p:spPr>
          <a:xfrm flipH="1">
            <a:off x="4607449" y="729324"/>
            <a:ext cx="147431" cy="4414176"/>
          </a:xfrm>
          <a:custGeom>
            <a:avLst/>
            <a:gdLst/>
            <a:ahLst/>
            <a:cxnLst/>
            <a:rect l="l" t="t" r="r" b="b"/>
            <a:pathLst>
              <a:path w="79792" h="4414176" extrusionOk="0">
                <a:moveTo>
                  <a:pt x="9454" y="129575"/>
                </a:moveTo>
                <a:lnTo>
                  <a:pt x="79792" y="0"/>
                </a:lnTo>
                <a:lnTo>
                  <a:pt x="79792" y="4414176"/>
                </a:lnTo>
                <a:lnTo>
                  <a:pt x="0" y="4414176"/>
                </a:lnTo>
                <a:cubicBezTo>
                  <a:pt x="3151" y="2985976"/>
                  <a:pt x="6303" y="1557775"/>
                  <a:pt x="9454" y="129575"/>
                </a:cubicBezTo>
                <a:close/>
              </a:path>
            </a:pathLst>
          </a:cu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Header Only">
  <p:cSld name="Header Only">
    <p:spTree>
      <p:nvGrpSpPr>
        <p:cNvPr id="1" name="Shape 136"/>
        <p:cNvGrpSpPr/>
        <p:nvPr/>
      </p:nvGrpSpPr>
      <p:grpSpPr>
        <a:xfrm>
          <a:off x="0" y="0"/>
          <a:ext cx="0" cy="0"/>
          <a:chOff x="0" y="0"/>
          <a:chExt cx="0" cy="0"/>
        </a:xfrm>
      </p:grpSpPr>
      <p:sp>
        <p:nvSpPr>
          <p:cNvPr id="137" name="Google Shape;137;p15"/>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138" name="Google Shape;138;p15"/>
          <p:cNvSpPr txBox="1">
            <a:spLocks noGrp="1"/>
          </p:cNvSpPr>
          <p:nvPr>
            <p:ph type="title"/>
          </p:nvPr>
        </p:nvSpPr>
        <p:spPr>
          <a:xfrm>
            <a:off x="536408" y="237636"/>
            <a:ext cx="8140628"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39" name="Google Shape;139;p15" descr="A close up of a logo  Description automatically generated"/>
          <p:cNvPicPr preferRelativeResize="0"/>
          <p:nvPr/>
        </p:nvPicPr>
        <p:blipFill rotWithShape="1">
          <a:blip r:embed="rId2">
            <a:alphaModFix/>
          </a:blip>
          <a:srcRect b="-4198"/>
          <a:stretch/>
        </p:blipFill>
        <p:spPr>
          <a:xfrm>
            <a:off x="0" y="0"/>
            <a:ext cx="876601" cy="796293"/>
          </a:xfrm>
          <a:prstGeom prst="rect">
            <a:avLst/>
          </a:prstGeom>
          <a:noFill/>
          <a:ln>
            <a:noFill/>
          </a:ln>
        </p:spPr>
      </p:pic>
      <p:grpSp>
        <p:nvGrpSpPr>
          <p:cNvPr id="140" name="Google Shape;140;p15"/>
          <p:cNvGrpSpPr/>
          <p:nvPr/>
        </p:nvGrpSpPr>
        <p:grpSpPr>
          <a:xfrm>
            <a:off x="182346" y="104249"/>
            <a:ext cx="570006" cy="4473696"/>
            <a:chOff x="182346" y="104249"/>
            <a:chExt cx="570006" cy="4473696"/>
          </a:xfrm>
        </p:grpSpPr>
        <p:pic>
          <p:nvPicPr>
            <p:cNvPr id="141" name="Google Shape;141;p15" descr="A close up of a logo  Description automatically generated"/>
            <p:cNvPicPr preferRelativeResize="0"/>
            <p:nvPr/>
          </p:nvPicPr>
          <p:blipFill rotWithShape="1">
            <a:blip r:embed="rId3">
              <a:alphaModFix/>
            </a:blip>
            <a:srcRect/>
            <a:stretch/>
          </p:blipFill>
          <p:spPr>
            <a:xfrm>
              <a:off x="182346" y="104249"/>
              <a:ext cx="570006" cy="538523"/>
            </a:xfrm>
            <a:prstGeom prst="rect">
              <a:avLst/>
            </a:prstGeom>
            <a:noFill/>
            <a:ln>
              <a:noFill/>
            </a:ln>
          </p:spPr>
        </p:pic>
        <p:sp>
          <p:nvSpPr>
            <p:cNvPr id="142" name="Google Shape;142;p15"/>
            <p:cNvSpPr/>
            <p:nvPr/>
          </p:nvSpPr>
          <p:spPr>
            <a:xfrm rot="5400000">
              <a:off x="-1801902" y="2538833"/>
              <a:ext cx="4023360" cy="54864"/>
            </a:xfrm>
            <a:prstGeom prst="rect">
              <a:avLst/>
            </a:pr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1_Header &amp; Subtitle">
  <p:cSld name="1_Header &amp; Subtitle">
    <p:spTree>
      <p:nvGrpSpPr>
        <p:cNvPr id="1" name="Shape 143"/>
        <p:cNvGrpSpPr/>
        <p:nvPr/>
      </p:nvGrpSpPr>
      <p:grpSpPr>
        <a:xfrm>
          <a:off x="0" y="0"/>
          <a:ext cx="0" cy="0"/>
          <a:chOff x="0" y="0"/>
          <a:chExt cx="0" cy="0"/>
        </a:xfrm>
      </p:grpSpPr>
      <p:sp>
        <p:nvSpPr>
          <p:cNvPr id="144" name="Google Shape;144;p16"/>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145" name="Google Shape;145;p16"/>
          <p:cNvSpPr txBox="1">
            <a:spLocks noGrp="1"/>
          </p:cNvSpPr>
          <p:nvPr>
            <p:ph type="title"/>
          </p:nvPr>
        </p:nvSpPr>
        <p:spPr>
          <a:xfrm>
            <a:off x="536408" y="237636"/>
            <a:ext cx="8140628"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46" name="Google Shape;146;p16" descr="A close up of a logo  Description automatically generated"/>
          <p:cNvPicPr preferRelativeResize="0"/>
          <p:nvPr/>
        </p:nvPicPr>
        <p:blipFill rotWithShape="1">
          <a:blip r:embed="rId2">
            <a:alphaModFix/>
          </a:blip>
          <a:srcRect b="-4198"/>
          <a:stretch/>
        </p:blipFill>
        <p:spPr>
          <a:xfrm>
            <a:off x="0" y="0"/>
            <a:ext cx="876601" cy="796293"/>
          </a:xfrm>
          <a:prstGeom prst="rect">
            <a:avLst/>
          </a:prstGeom>
          <a:noFill/>
          <a:ln>
            <a:noFill/>
          </a:ln>
        </p:spPr>
      </p:pic>
      <p:sp>
        <p:nvSpPr>
          <p:cNvPr id="147" name="Google Shape;147;p16"/>
          <p:cNvSpPr txBox="1">
            <a:spLocks noGrp="1"/>
          </p:cNvSpPr>
          <p:nvPr>
            <p:ph type="body" idx="1"/>
          </p:nvPr>
        </p:nvSpPr>
        <p:spPr>
          <a:xfrm>
            <a:off x="536408" y="1146189"/>
            <a:ext cx="8140628" cy="344090"/>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00"/>
              </a:spcBef>
              <a:spcAft>
                <a:spcPts val="0"/>
              </a:spcAft>
              <a:buClr>
                <a:srgbClr val="4A4F55"/>
              </a:buClr>
              <a:buSzPts val="1500"/>
              <a:buNone/>
              <a:defRPr sz="1500">
                <a:solidFill>
                  <a:srgbClr val="4A4F55"/>
                </a:solidFill>
              </a:defRPr>
            </a:lvl1pPr>
            <a:lvl2pPr marL="914400" lvl="1" indent="-228600" algn="l">
              <a:lnSpc>
                <a:spcPct val="100000"/>
              </a:lnSpc>
              <a:spcBef>
                <a:spcPts val="270"/>
              </a:spcBef>
              <a:spcAft>
                <a:spcPts val="0"/>
              </a:spcAft>
              <a:buClr>
                <a:srgbClr val="888888"/>
              </a:buClr>
              <a:buSzPts val="1350"/>
              <a:buNone/>
              <a:defRPr sz="1350">
                <a:solidFill>
                  <a:srgbClr val="888888"/>
                </a:solidFill>
              </a:defRPr>
            </a:lvl2pPr>
            <a:lvl3pPr marL="1371600" lvl="2" indent="-228600" algn="l">
              <a:lnSpc>
                <a:spcPct val="100000"/>
              </a:lnSpc>
              <a:spcBef>
                <a:spcPts val="240"/>
              </a:spcBef>
              <a:spcAft>
                <a:spcPts val="0"/>
              </a:spcAft>
              <a:buClr>
                <a:srgbClr val="888888"/>
              </a:buClr>
              <a:buSzPts val="1200"/>
              <a:buNone/>
              <a:defRPr sz="1200">
                <a:solidFill>
                  <a:srgbClr val="888888"/>
                </a:solidFill>
              </a:defRPr>
            </a:lvl3pPr>
            <a:lvl4pPr marL="1828800" lvl="3" indent="-228600" algn="l">
              <a:lnSpc>
                <a:spcPct val="100000"/>
              </a:lnSpc>
              <a:spcBef>
                <a:spcPts val="210"/>
              </a:spcBef>
              <a:spcAft>
                <a:spcPts val="0"/>
              </a:spcAft>
              <a:buClr>
                <a:srgbClr val="888888"/>
              </a:buClr>
              <a:buSzPts val="1050"/>
              <a:buNone/>
              <a:defRPr sz="1050">
                <a:solidFill>
                  <a:srgbClr val="888888"/>
                </a:solidFill>
              </a:defRPr>
            </a:lvl4pPr>
            <a:lvl5pPr marL="2286000" lvl="4" indent="-228600" algn="l">
              <a:lnSpc>
                <a:spcPct val="100000"/>
              </a:lnSpc>
              <a:spcBef>
                <a:spcPts val="210"/>
              </a:spcBef>
              <a:spcAft>
                <a:spcPts val="0"/>
              </a:spcAft>
              <a:buClr>
                <a:srgbClr val="888888"/>
              </a:buClr>
              <a:buSzPts val="1050"/>
              <a:buNone/>
              <a:defRPr sz="1050">
                <a:solidFill>
                  <a:srgbClr val="888888"/>
                </a:solidFill>
              </a:defRPr>
            </a:lvl5pPr>
            <a:lvl6pPr marL="2743200" lvl="5" indent="-228600" algn="l">
              <a:lnSpc>
                <a:spcPct val="100000"/>
              </a:lnSpc>
              <a:spcBef>
                <a:spcPts val="210"/>
              </a:spcBef>
              <a:spcAft>
                <a:spcPts val="0"/>
              </a:spcAft>
              <a:buClr>
                <a:srgbClr val="888888"/>
              </a:buClr>
              <a:buSzPts val="1050"/>
              <a:buNone/>
              <a:defRPr sz="1050">
                <a:solidFill>
                  <a:srgbClr val="888888"/>
                </a:solidFill>
              </a:defRPr>
            </a:lvl6pPr>
            <a:lvl7pPr marL="3200400" lvl="6" indent="-228600" algn="l">
              <a:lnSpc>
                <a:spcPct val="100000"/>
              </a:lnSpc>
              <a:spcBef>
                <a:spcPts val="210"/>
              </a:spcBef>
              <a:spcAft>
                <a:spcPts val="0"/>
              </a:spcAft>
              <a:buClr>
                <a:srgbClr val="888888"/>
              </a:buClr>
              <a:buSzPts val="1050"/>
              <a:buNone/>
              <a:defRPr sz="1050">
                <a:solidFill>
                  <a:srgbClr val="888888"/>
                </a:solidFill>
              </a:defRPr>
            </a:lvl7pPr>
            <a:lvl8pPr marL="3657600" lvl="7" indent="-228600" algn="l">
              <a:lnSpc>
                <a:spcPct val="100000"/>
              </a:lnSpc>
              <a:spcBef>
                <a:spcPts val="210"/>
              </a:spcBef>
              <a:spcAft>
                <a:spcPts val="0"/>
              </a:spcAft>
              <a:buClr>
                <a:srgbClr val="888888"/>
              </a:buClr>
              <a:buSzPts val="1050"/>
              <a:buNone/>
              <a:defRPr sz="1050">
                <a:solidFill>
                  <a:srgbClr val="888888"/>
                </a:solidFill>
              </a:defRPr>
            </a:lvl8pPr>
            <a:lvl9pPr marL="4114800" lvl="8" indent="-228600" algn="l">
              <a:lnSpc>
                <a:spcPct val="100000"/>
              </a:lnSpc>
              <a:spcBef>
                <a:spcPts val="210"/>
              </a:spcBef>
              <a:spcAft>
                <a:spcPts val="0"/>
              </a:spcAft>
              <a:buClr>
                <a:srgbClr val="888888"/>
              </a:buClr>
              <a:buSzPts val="1050"/>
              <a:buNone/>
              <a:defRPr sz="1050">
                <a:solidFill>
                  <a:srgbClr val="888888"/>
                </a:solidFill>
              </a:defRPr>
            </a:lvl9pPr>
          </a:lstStyle>
          <a:p>
            <a:endParaRPr/>
          </a:p>
        </p:txBody>
      </p:sp>
      <p:grpSp>
        <p:nvGrpSpPr>
          <p:cNvPr id="148" name="Google Shape;148;p16"/>
          <p:cNvGrpSpPr/>
          <p:nvPr/>
        </p:nvGrpSpPr>
        <p:grpSpPr>
          <a:xfrm>
            <a:off x="182346" y="104249"/>
            <a:ext cx="570006" cy="4473696"/>
            <a:chOff x="182346" y="104249"/>
            <a:chExt cx="570006" cy="4473696"/>
          </a:xfrm>
        </p:grpSpPr>
        <p:pic>
          <p:nvPicPr>
            <p:cNvPr id="149" name="Google Shape;149;p16" descr="A close up of a logo  Description automatically generated"/>
            <p:cNvPicPr preferRelativeResize="0"/>
            <p:nvPr/>
          </p:nvPicPr>
          <p:blipFill rotWithShape="1">
            <a:blip r:embed="rId3">
              <a:alphaModFix/>
            </a:blip>
            <a:srcRect/>
            <a:stretch/>
          </p:blipFill>
          <p:spPr>
            <a:xfrm>
              <a:off x="182346" y="104249"/>
              <a:ext cx="570006" cy="538523"/>
            </a:xfrm>
            <a:prstGeom prst="rect">
              <a:avLst/>
            </a:prstGeom>
            <a:noFill/>
            <a:ln>
              <a:noFill/>
            </a:ln>
          </p:spPr>
        </p:pic>
        <p:sp>
          <p:nvSpPr>
            <p:cNvPr id="150" name="Google Shape;150;p16"/>
            <p:cNvSpPr/>
            <p:nvPr/>
          </p:nvSpPr>
          <p:spPr>
            <a:xfrm rot="5400000">
              <a:off x="-1801902" y="2538833"/>
              <a:ext cx="4023360" cy="54864"/>
            </a:xfrm>
            <a:prstGeom prst="rect">
              <a:avLst/>
            </a:pr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2_Title and Content">
  <p:cSld name="2_Title and Content">
    <p:spTree>
      <p:nvGrpSpPr>
        <p:cNvPr id="1" name="Shape 151"/>
        <p:cNvGrpSpPr/>
        <p:nvPr/>
      </p:nvGrpSpPr>
      <p:grpSpPr>
        <a:xfrm>
          <a:off x="0" y="0"/>
          <a:ext cx="0" cy="0"/>
          <a:chOff x="0" y="0"/>
          <a:chExt cx="0" cy="0"/>
        </a:xfrm>
      </p:grpSpPr>
      <p:pic>
        <p:nvPicPr>
          <p:cNvPr id="152" name="Google Shape;152;p17" descr="A close up of a logo  Description automatically generated"/>
          <p:cNvPicPr preferRelativeResize="0"/>
          <p:nvPr/>
        </p:nvPicPr>
        <p:blipFill rotWithShape="1">
          <a:blip r:embed="rId2">
            <a:alphaModFix/>
          </a:blip>
          <a:srcRect b="-4198"/>
          <a:stretch/>
        </p:blipFill>
        <p:spPr>
          <a:xfrm>
            <a:off x="2718" y="0"/>
            <a:ext cx="876601" cy="796293"/>
          </a:xfrm>
          <a:prstGeom prst="rect">
            <a:avLst/>
          </a:prstGeom>
          <a:noFill/>
          <a:ln>
            <a:noFill/>
          </a:ln>
        </p:spPr>
      </p:pic>
      <p:grpSp>
        <p:nvGrpSpPr>
          <p:cNvPr id="153" name="Google Shape;153;p17"/>
          <p:cNvGrpSpPr/>
          <p:nvPr/>
        </p:nvGrpSpPr>
        <p:grpSpPr>
          <a:xfrm>
            <a:off x="198023" y="147081"/>
            <a:ext cx="8503920" cy="543191"/>
            <a:chOff x="198023" y="147081"/>
            <a:chExt cx="8700480" cy="543191"/>
          </a:xfrm>
        </p:grpSpPr>
        <p:pic>
          <p:nvPicPr>
            <p:cNvPr id="154" name="Google Shape;154;p17" descr="A close up of a logo  Description automatically generated"/>
            <p:cNvPicPr preferRelativeResize="0"/>
            <p:nvPr/>
          </p:nvPicPr>
          <p:blipFill rotWithShape="1">
            <a:blip r:embed="rId3">
              <a:alphaModFix/>
            </a:blip>
            <a:srcRect/>
            <a:stretch/>
          </p:blipFill>
          <p:spPr>
            <a:xfrm>
              <a:off x="198023" y="151749"/>
              <a:ext cx="492246" cy="538523"/>
            </a:xfrm>
            <a:prstGeom prst="rect">
              <a:avLst/>
            </a:prstGeom>
            <a:noFill/>
            <a:ln>
              <a:noFill/>
            </a:ln>
          </p:spPr>
        </p:pic>
        <p:sp>
          <p:nvSpPr>
            <p:cNvPr id="155" name="Google Shape;155;p17"/>
            <p:cNvSpPr/>
            <p:nvPr/>
          </p:nvSpPr>
          <p:spPr>
            <a:xfrm>
              <a:off x="690269" y="147081"/>
              <a:ext cx="8208234" cy="64008"/>
            </a:xfrm>
            <a:prstGeom prst="rect">
              <a:avLst/>
            </a:pr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156" name="Google Shape;156;p17"/>
          <p:cNvSpPr txBox="1">
            <a:spLocks noGrp="1"/>
          </p:cNvSpPr>
          <p:nvPr>
            <p:ph type="title"/>
          </p:nvPr>
        </p:nvSpPr>
        <p:spPr>
          <a:xfrm>
            <a:off x="536408" y="229323"/>
            <a:ext cx="8140628"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7" name="Google Shape;157;p17"/>
          <p:cNvSpPr txBox="1">
            <a:spLocks noGrp="1"/>
          </p:cNvSpPr>
          <p:nvPr>
            <p:ph type="body" idx="1"/>
          </p:nvPr>
        </p:nvSpPr>
        <p:spPr>
          <a:xfrm>
            <a:off x="536408" y="1169435"/>
            <a:ext cx="8140628" cy="3394472"/>
          </a:xfrm>
          <a:prstGeom prst="rect">
            <a:avLst/>
          </a:prstGeom>
          <a:noFill/>
          <a:ln>
            <a:noFill/>
          </a:ln>
        </p:spPr>
        <p:txBody>
          <a:bodyPr spcFirstLastPara="1" wrap="square" lIns="91425" tIns="45700" rIns="91425" bIns="45700" anchor="t" anchorCtr="0">
            <a:noAutofit/>
          </a:bodyPr>
          <a:lstStyle>
            <a:lvl1pPr marL="457200" lvl="0" indent="-228600" algn="l">
              <a:lnSpc>
                <a:spcPct val="100000"/>
              </a:lnSpc>
              <a:spcBef>
                <a:spcPts val="360"/>
              </a:spcBef>
              <a:spcAft>
                <a:spcPts val="0"/>
              </a:spcAft>
              <a:buClr>
                <a:schemeClr val="dk1"/>
              </a:buClr>
              <a:buSzPts val="1800"/>
              <a:buNone/>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o"/>
              <a:defRPr/>
            </a:lvl3pPr>
            <a:lvl4pPr marL="1828800" lvl="3" indent="-342900" algn="l">
              <a:lnSpc>
                <a:spcPct val="100000"/>
              </a:lnSpc>
              <a:spcBef>
                <a:spcPts val="360"/>
              </a:spcBef>
              <a:spcAft>
                <a:spcPts val="0"/>
              </a:spcAft>
              <a:buClr>
                <a:srgbClr val="7F7F7F"/>
              </a:buClr>
              <a:buSzPts val="1800"/>
              <a:buChar char="–"/>
              <a:defRPr/>
            </a:lvl4pPr>
            <a:lvl5pPr marL="2286000" lvl="4" indent="-342900" algn="l">
              <a:lnSpc>
                <a:spcPct val="100000"/>
              </a:lnSpc>
              <a:spcBef>
                <a:spcPts val="360"/>
              </a:spcBef>
              <a:spcAft>
                <a:spcPts val="0"/>
              </a:spcAft>
              <a:buClr>
                <a:srgbClr val="7F7F7F"/>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wo Collumn Content">
  <p:cSld name="Two Collumn Content">
    <p:spTree>
      <p:nvGrpSpPr>
        <p:cNvPr id="1" name="Shape 158"/>
        <p:cNvGrpSpPr/>
        <p:nvPr/>
      </p:nvGrpSpPr>
      <p:grpSpPr>
        <a:xfrm>
          <a:off x="0" y="0"/>
          <a:ext cx="0" cy="0"/>
          <a:chOff x="0" y="0"/>
          <a:chExt cx="0" cy="0"/>
        </a:xfrm>
      </p:grpSpPr>
      <p:sp>
        <p:nvSpPr>
          <p:cNvPr id="159" name="Google Shape;159;p18"/>
          <p:cNvSpPr txBox="1">
            <a:spLocks noGrp="1"/>
          </p:cNvSpPr>
          <p:nvPr>
            <p:ph type="body" idx="1"/>
          </p:nvPr>
        </p:nvSpPr>
        <p:spPr>
          <a:xfrm>
            <a:off x="536408" y="1200151"/>
            <a:ext cx="3959392" cy="3394472"/>
          </a:xfrm>
          <a:prstGeom prst="rect">
            <a:avLst/>
          </a:prstGeom>
          <a:noFill/>
          <a:ln>
            <a:noFill/>
          </a:ln>
        </p:spPr>
        <p:txBody>
          <a:bodyPr spcFirstLastPara="1" wrap="square" lIns="91425" tIns="45700" rIns="91425" bIns="45700" anchor="t" anchorCtr="0">
            <a:noAutofit/>
          </a:bodyPr>
          <a:lstStyle>
            <a:lvl1pPr marL="457200" lvl="0" indent="-228600" algn="l">
              <a:lnSpc>
                <a:spcPct val="100000"/>
              </a:lnSpc>
              <a:spcBef>
                <a:spcPts val="420"/>
              </a:spcBef>
              <a:spcAft>
                <a:spcPts val="0"/>
              </a:spcAft>
              <a:buClr>
                <a:schemeClr val="dk1"/>
              </a:buClr>
              <a:buSzPts val="2100"/>
              <a:buNone/>
              <a:defRPr sz="2100"/>
            </a:lvl1pPr>
            <a:lvl2pPr marL="914400" lvl="1" indent="-342900" algn="l">
              <a:lnSpc>
                <a:spcPct val="100000"/>
              </a:lnSpc>
              <a:spcBef>
                <a:spcPts val="360"/>
              </a:spcBef>
              <a:spcAft>
                <a:spcPts val="0"/>
              </a:spcAft>
              <a:buClr>
                <a:schemeClr val="dk1"/>
              </a:buClr>
              <a:buSzPts val="1800"/>
              <a:buChar char="•"/>
              <a:defRPr sz="1800"/>
            </a:lvl2pPr>
            <a:lvl3pPr marL="1371600" lvl="2" indent="-323850" algn="l">
              <a:lnSpc>
                <a:spcPct val="100000"/>
              </a:lnSpc>
              <a:spcBef>
                <a:spcPts val="300"/>
              </a:spcBef>
              <a:spcAft>
                <a:spcPts val="0"/>
              </a:spcAft>
              <a:buClr>
                <a:schemeClr val="dk1"/>
              </a:buClr>
              <a:buSzPts val="1500"/>
              <a:buChar char="o"/>
              <a:defRPr sz="1500"/>
            </a:lvl3pPr>
            <a:lvl4pPr marL="1828800" lvl="3" indent="-314325" algn="l">
              <a:lnSpc>
                <a:spcPct val="100000"/>
              </a:lnSpc>
              <a:spcBef>
                <a:spcPts val="270"/>
              </a:spcBef>
              <a:spcAft>
                <a:spcPts val="0"/>
              </a:spcAft>
              <a:buClr>
                <a:srgbClr val="7F7F7F"/>
              </a:buClr>
              <a:buSzPts val="1350"/>
              <a:buChar char="–"/>
              <a:defRPr sz="1350"/>
            </a:lvl4pPr>
            <a:lvl5pPr marL="2286000" lvl="4" indent="-314325" algn="l">
              <a:lnSpc>
                <a:spcPct val="100000"/>
              </a:lnSpc>
              <a:spcBef>
                <a:spcPts val="270"/>
              </a:spcBef>
              <a:spcAft>
                <a:spcPts val="0"/>
              </a:spcAft>
              <a:buClr>
                <a:srgbClr val="7F7F7F"/>
              </a:buClr>
              <a:buSzPts val="1350"/>
              <a:buChar char="»"/>
              <a:defRPr sz="1350"/>
            </a:lvl5pPr>
            <a:lvl6pPr marL="2743200" lvl="5" indent="-314325" algn="l">
              <a:lnSpc>
                <a:spcPct val="100000"/>
              </a:lnSpc>
              <a:spcBef>
                <a:spcPts val="270"/>
              </a:spcBef>
              <a:spcAft>
                <a:spcPts val="0"/>
              </a:spcAft>
              <a:buClr>
                <a:schemeClr val="dk1"/>
              </a:buClr>
              <a:buSzPts val="1350"/>
              <a:buChar char="•"/>
              <a:defRPr sz="1350"/>
            </a:lvl6pPr>
            <a:lvl7pPr marL="3200400" lvl="6" indent="-314325" algn="l">
              <a:lnSpc>
                <a:spcPct val="100000"/>
              </a:lnSpc>
              <a:spcBef>
                <a:spcPts val="270"/>
              </a:spcBef>
              <a:spcAft>
                <a:spcPts val="0"/>
              </a:spcAft>
              <a:buClr>
                <a:schemeClr val="dk1"/>
              </a:buClr>
              <a:buSzPts val="1350"/>
              <a:buChar char="•"/>
              <a:defRPr sz="1350"/>
            </a:lvl7pPr>
            <a:lvl8pPr marL="3657600" lvl="7" indent="-314325" algn="l">
              <a:lnSpc>
                <a:spcPct val="100000"/>
              </a:lnSpc>
              <a:spcBef>
                <a:spcPts val="270"/>
              </a:spcBef>
              <a:spcAft>
                <a:spcPts val="0"/>
              </a:spcAft>
              <a:buClr>
                <a:schemeClr val="dk1"/>
              </a:buClr>
              <a:buSzPts val="1350"/>
              <a:buChar char="•"/>
              <a:defRPr sz="1350"/>
            </a:lvl8pPr>
            <a:lvl9pPr marL="4114800" lvl="8" indent="-314325" algn="l">
              <a:lnSpc>
                <a:spcPct val="100000"/>
              </a:lnSpc>
              <a:spcBef>
                <a:spcPts val="270"/>
              </a:spcBef>
              <a:spcAft>
                <a:spcPts val="0"/>
              </a:spcAft>
              <a:buClr>
                <a:schemeClr val="dk1"/>
              </a:buClr>
              <a:buSzPts val="1350"/>
              <a:buChar char="•"/>
              <a:defRPr sz="1350"/>
            </a:lvl9pPr>
          </a:lstStyle>
          <a:p>
            <a:endParaRPr/>
          </a:p>
        </p:txBody>
      </p:sp>
      <p:sp>
        <p:nvSpPr>
          <p:cNvPr id="160" name="Google Shape;160;p18"/>
          <p:cNvSpPr txBox="1">
            <a:spLocks noGrp="1"/>
          </p:cNvSpPr>
          <p:nvPr>
            <p:ph type="body" idx="2"/>
          </p:nvPr>
        </p:nvSpPr>
        <p:spPr>
          <a:xfrm>
            <a:off x="4727408" y="1200151"/>
            <a:ext cx="3959392" cy="3394472"/>
          </a:xfrm>
          <a:prstGeom prst="rect">
            <a:avLst/>
          </a:prstGeom>
          <a:noFill/>
          <a:ln>
            <a:noFill/>
          </a:ln>
        </p:spPr>
        <p:txBody>
          <a:bodyPr spcFirstLastPara="1" wrap="square" lIns="91425" tIns="45700" rIns="91425" bIns="45700" anchor="t" anchorCtr="0">
            <a:noAutofit/>
          </a:bodyPr>
          <a:lstStyle>
            <a:lvl1pPr marL="457200" lvl="0" indent="-228600" algn="l">
              <a:lnSpc>
                <a:spcPct val="100000"/>
              </a:lnSpc>
              <a:spcBef>
                <a:spcPts val="420"/>
              </a:spcBef>
              <a:spcAft>
                <a:spcPts val="0"/>
              </a:spcAft>
              <a:buClr>
                <a:schemeClr val="dk1"/>
              </a:buClr>
              <a:buSzPts val="2100"/>
              <a:buNone/>
              <a:defRPr sz="2100"/>
            </a:lvl1pPr>
            <a:lvl2pPr marL="914400" lvl="1" indent="-342900" algn="l">
              <a:lnSpc>
                <a:spcPct val="100000"/>
              </a:lnSpc>
              <a:spcBef>
                <a:spcPts val="360"/>
              </a:spcBef>
              <a:spcAft>
                <a:spcPts val="0"/>
              </a:spcAft>
              <a:buClr>
                <a:schemeClr val="dk1"/>
              </a:buClr>
              <a:buSzPts val="1800"/>
              <a:buChar char="•"/>
              <a:defRPr sz="1800"/>
            </a:lvl2pPr>
            <a:lvl3pPr marL="1371600" lvl="2" indent="-323850" algn="l">
              <a:lnSpc>
                <a:spcPct val="100000"/>
              </a:lnSpc>
              <a:spcBef>
                <a:spcPts val="300"/>
              </a:spcBef>
              <a:spcAft>
                <a:spcPts val="0"/>
              </a:spcAft>
              <a:buClr>
                <a:schemeClr val="dk1"/>
              </a:buClr>
              <a:buSzPts val="1500"/>
              <a:buChar char="o"/>
              <a:defRPr sz="1500"/>
            </a:lvl3pPr>
            <a:lvl4pPr marL="1828800" lvl="3" indent="-314325" algn="l">
              <a:lnSpc>
                <a:spcPct val="100000"/>
              </a:lnSpc>
              <a:spcBef>
                <a:spcPts val="270"/>
              </a:spcBef>
              <a:spcAft>
                <a:spcPts val="0"/>
              </a:spcAft>
              <a:buClr>
                <a:srgbClr val="7F7F7F"/>
              </a:buClr>
              <a:buSzPts val="1350"/>
              <a:buChar char="–"/>
              <a:defRPr sz="1350"/>
            </a:lvl4pPr>
            <a:lvl5pPr marL="2286000" lvl="4" indent="-314325" algn="l">
              <a:lnSpc>
                <a:spcPct val="100000"/>
              </a:lnSpc>
              <a:spcBef>
                <a:spcPts val="270"/>
              </a:spcBef>
              <a:spcAft>
                <a:spcPts val="0"/>
              </a:spcAft>
              <a:buClr>
                <a:srgbClr val="7F7F7F"/>
              </a:buClr>
              <a:buSzPts val="1350"/>
              <a:buChar char="»"/>
              <a:defRPr sz="1350"/>
            </a:lvl5pPr>
            <a:lvl6pPr marL="2743200" lvl="5" indent="-314325" algn="l">
              <a:lnSpc>
                <a:spcPct val="100000"/>
              </a:lnSpc>
              <a:spcBef>
                <a:spcPts val="270"/>
              </a:spcBef>
              <a:spcAft>
                <a:spcPts val="0"/>
              </a:spcAft>
              <a:buClr>
                <a:schemeClr val="dk1"/>
              </a:buClr>
              <a:buSzPts val="1350"/>
              <a:buChar char="•"/>
              <a:defRPr sz="1350"/>
            </a:lvl6pPr>
            <a:lvl7pPr marL="3200400" lvl="6" indent="-314325" algn="l">
              <a:lnSpc>
                <a:spcPct val="100000"/>
              </a:lnSpc>
              <a:spcBef>
                <a:spcPts val="270"/>
              </a:spcBef>
              <a:spcAft>
                <a:spcPts val="0"/>
              </a:spcAft>
              <a:buClr>
                <a:schemeClr val="dk1"/>
              </a:buClr>
              <a:buSzPts val="1350"/>
              <a:buChar char="•"/>
              <a:defRPr sz="1350"/>
            </a:lvl7pPr>
            <a:lvl8pPr marL="3657600" lvl="7" indent="-314325" algn="l">
              <a:lnSpc>
                <a:spcPct val="100000"/>
              </a:lnSpc>
              <a:spcBef>
                <a:spcPts val="270"/>
              </a:spcBef>
              <a:spcAft>
                <a:spcPts val="0"/>
              </a:spcAft>
              <a:buClr>
                <a:schemeClr val="dk1"/>
              </a:buClr>
              <a:buSzPts val="1350"/>
              <a:buChar char="•"/>
              <a:defRPr sz="1350"/>
            </a:lvl8pPr>
            <a:lvl9pPr marL="4114800" lvl="8" indent="-314325" algn="l">
              <a:lnSpc>
                <a:spcPct val="100000"/>
              </a:lnSpc>
              <a:spcBef>
                <a:spcPts val="270"/>
              </a:spcBef>
              <a:spcAft>
                <a:spcPts val="0"/>
              </a:spcAft>
              <a:buClr>
                <a:schemeClr val="dk1"/>
              </a:buClr>
              <a:buSzPts val="1350"/>
              <a:buChar char="•"/>
              <a:defRPr sz="1350"/>
            </a:lvl9pPr>
          </a:lstStyle>
          <a:p>
            <a:endParaRPr/>
          </a:p>
        </p:txBody>
      </p:sp>
      <p:sp>
        <p:nvSpPr>
          <p:cNvPr id="161" name="Google Shape;161;p18"/>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162" name="Google Shape;162;p18"/>
          <p:cNvSpPr txBox="1">
            <a:spLocks noGrp="1"/>
          </p:cNvSpPr>
          <p:nvPr>
            <p:ph type="title"/>
          </p:nvPr>
        </p:nvSpPr>
        <p:spPr>
          <a:xfrm>
            <a:off x="536408" y="237636"/>
            <a:ext cx="8140628"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63" name="Google Shape;163;p18" descr="A close up of a logo  Description automatically generated"/>
          <p:cNvPicPr preferRelativeResize="0"/>
          <p:nvPr/>
        </p:nvPicPr>
        <p:blipFill rotWithShape="1">
          <a:blip r:embed="rId2">
            <a:alphaModFix/>
          </a:blip>
          <a:srcRect b="-4198"/>
          <a:stretch/>
        </p:blipFill>
        <p:spPr>
          <a:xfrm>
            <a:off x="0" y="0"/>
            <a:ext cx="876601" cy="796293"/>
          </a:xfrm>
          <a:prstGeom prst="rect">
            <a:avLst/>
          </a:prstGeom>
          <a:noFill/>
          <a:ln>
            <a:noFill/>
          </a:ln>
        </p:spPr>
      </p:pic>
      <p:grpSp>
        <p:nvGrpSpPr>
          <p:cNvPr id="164" name="Google Shape;164;p18"/>
          <p:cNvGrpSpPr/>
          <p:nvPr/>
        </p:nvGrpSpPr>
        <p:grpSpPr>
          <a:xfrm>
            <a:off x="182346" y="104249"/>
            <a:ext cx="570006" cy="4473696"/>
            <a:chOff x="182346" y="104249"/>
            <a:chExt cx="570006" cy="4473696"/>
          </a:xfrm>
        </p:grpSpPr>
        <p:pic>
          <p:nvPicPr>
            <p:cNvPr id="165" name="Google Shape;165;p18" descr="A close up of a logo  Description automatically generated"/>
            <p:cNvPicPr preferRelativeResize="0"/>
            <p:nvPr/>
          </p:nvPicPr>
          <p:blipFill rotWithShape="1">
            <a:blip r:embed="rId3">
              <a:alphaModFix/>
            </a:blip>
            <a:srcRect/>
            <a:stretch/>
          </p:blipFill>
          <p:spPr>
            <a:xfrm>
              <a:off x="182346" y="104249"/>
              <a:ext cx="570006" cy="538523"/>
            </a:xfrm>
            <a:prstGeom prst="rect">
              <a:avLst/>
            </a:prstGeom>
            <a:noFill/>
            <a:ln>
              <a:noFill/>
            </a:ln>
          </p:spPr>
        </p:pic>
        <p:sp>
          <p:nvSpPr>
            <p:cNvPr id="166" name="Google Shape;166;p18"/>
            <p:cNvSpPr/>
            <p:nvPr/>
          </p:nvSpPr>
          <p:spPr>
            <a:xfrm rot="5400000">
              <a:off x="-1801902" y="2538833"/>
              <a:ext cx="4023360" cy="54864"/>
            </a:xfrm>
            <a:prstGeom prst="rect">
              <a:avLst/>
            </a:pr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167"/>
        <p:cNvGrpSpPr/>
        <p:nvPr/>
      </p:nvGrpSpPr>
      <p:grpSpPr>
        <a:xfrm>
          <a:off x="0" y="0"/>
          <a:ext cx="0" cy="0"/>
          <a:chOff x="0" y="0"/>
          <a:chExt cx="0" cy="0"/>
        </a:xfrm>
      </p:grpSpPr>
      <p:sp>
        <p:nvSpPr>
          <p:cNvPr id="168" name="Google Shape;168;p19"/>
          <p:cNvSpPr txBox="1">
            <a:spLocks noGrp="1"/>
          </p:cNvSpPr>
          <p:nvPr>
            <p:ph type="body" idx="1"/>
          </p:nvPr>
        </p:nvSpPr>
        <p:spPr>
          <a:xfrm>
            <a:off x="536408" y="1151335"/>
            <a:ext cx="3960980" cy="479822"/>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60"/>
              </a:spcBef>
              <a:spcAft>
                <a:spcPts val="0"/>
              </a:spcAft>
              <a:buClr>
                <a:srgbClr val="FCC90A"/>
              </a:buClr>
              <a:buSzPts val="1800"/>
              <a:buNone/>
              <a:defRPr sz="1800" b="1">
                <a:solidFill>
                  <a:srgbClr val="FCC90A"/>
                </a:solidFill>
              </a:defRPr>
            </a:lvl1pPr>
            <a:lvl2pPr marL="914400" lvl="1" indent="-228600" algn="l">
              <a:lnSpc>
                <a:spcPct val="100000"/>
              </a:lnSpc>
              <a:spcBef>
                <a:spcPts val="300"/>
              </a:spcBef>
              <a:spcAft>
                <a:spcPts val="0"/>
              </a:spcAft>
              <a:buClr>
                <a:schemeClr val="dk1"/>
              </a:buClr>
              <a:buSzPts val="1500"/>
              <a:buNone/>
              <a:defRPr sz="1500" b="1"/>
            </a:lvl2pPr>
            <a:lvl3pPr marL="1371600" lvl="2" indent="-228600" algn="l">
              <a:lnSpc>
                <a:spcPct val="100000"/>
              </a:lnSpc>
              <a:spcBef>
                <a:spcPts val="270"/>
              </a:spcBef>
              <a:spcAft>
                <a:spcPts val="0"/>
              </a:spcAft>
              <a:buClr>
                <a:schemeClr val="dk1"/>
              </a:buClr>
              <a:buSzPts val="1350"/>
              <a:buNone/>
              <a:defRPr sz="1350" b="1"/>
            </a:lvl3pPr>
            <a:lvl4pPr marL="1828800" lvl="3" indent="-228600" algn="l">
              <a:lnSpc>
                <a:spcPct val="100000"/>
              </a:lnSpc>
              <a:spcBef>
                <a:spcPts val="240"/>
              </a:spcBef>
              <a:spcAft>
                <a:spcPts val="0"/>
              </a:spcAft>
              <a:buClr>
                <a:srgbClr val="7F7F7F"/>
              </a:buClr>
              <a:buSzPts val="1200"/>
              <a:buNone/>
              <a:defRPr sz="1200" b="1"/>
            </a:lvl4pPr>
            <a:lvl5pPr marL="2286000" lvl="4" indent="-228600" algn="l">
              <a:lnSpc>
                <a:spcPct val="100000"/>
              </a:lnSpc>
              <a:spcBef>
                <a:spcPts val="240"/>
              </a:spcBef>
              <a:spcAft>
                <a:spcPts val="0"/>
              </a:spcAft>
              <a:buClr>
                <a:srgbClr val="7F7F7F"/>
              </a:buClr>
              <a:buSzPts val="1200"/>
              <a:buNone/>
              <a:defRPr sz="1200" b="1"/>
            </a:lvl5pPr>
            <a:lvl6pPr marL="2743200" lvl="5" indent="-228600" algn="l">
              <a:lnSpc>
                <a:spcPct val="100000"/>
              </a:lnSpc>
              <a:spcBef>
                <a:spcPts val="240"/>
              </a:spcBef>
              <a:spcAft>
                <a:spcPts val="0"/>
              </a:spcAft>
              <a:buClr>
                <a:schemeClr val="dk1"/>
              </a:buClr>
              <a:buSzPts val="1200"/>
              <a:buNone/>
              <a:defRPr sz="1200" b="1"/>
            </a:lvl6pPr>
            <a:lvl7pPr marL="3200400" lvl="6" indent="-228600" algn="l">
              <a:lnSpc>
                <a:spcPct val="100000"/>
              </a:lnSpc>
              <a:spcBef>
                <a:spcPts val="240"/>
              </a:spcBef>
              <a:spcAft>
                <a:spcPts val="0"/>
              </a:spcAft>
              <a:buClr>
                <a:schemeClr val="dk1"/>
              </a:buClr>
              <a:buSzPts val="1200"/>
              <a:buNone/>
              <a:defRPr sz="1200" b="1"/>
            </a:lvl7pPr>
            <a:lvl8pPr marL="3657600" lvl="7" indent="-228600" algn="l">
              <a:lnSpc>
                <a:spcPct val="100000"/>
              </a:lnSpc>
              <a:spcBef>
                <a:spcPts val="240"/>
              </a:spcBef>
              <a:spcAft>
                <a:spcPts val="0"/>
              </a:spcAft>
              <a:buClr>
                <a:schemeClr val="dk1"/>
              </a:buClr>
              <a:buSzPts val="1200"/>
              <a:buNone/>
              <a:defRPr sz="1200" b="1"/>
            </a:lvl8pPr>
            <a:lvl9pPr marL="4114800" lvl="8" indent="-228600" algn="l">
              <a:lnSpc>
                <a:spcPct val="100000"/>
              </a:lnSpc>
              <a:spcBef>
                <a:spcPts val="240"/>
              </a:spcBef>
              <a:spcAft>
                <a:spcPts val="0"/>
              </a:spcAft>
              <a:buClr>
                <a:schemeClr val="dk1"/>
              </a:buClr>
              <a:buSzPts val="1200"/>
              <a:buNone/>
              <a:defRPr sz="1200" b="1"/>
            </a:lvl9pPr>
          </a:lstStyle>
          <a:p>
            <a:endParaRPr/>
          </a:p>
        </p:txBody>
      </p:sp>
      <p:sp>
        <p:nvSpPr>
          <p:cNvPr id="169" name="Google Shape;169;p19"/>
          <p:cNvSpPr txBox="1">
            <a:spLocks noGrp="1"/>
          </p:cNvSpPr>
          <p:nvPr>
            <p:ph type="body" idx="2"/>
          </p:nvPr>
        </p:nvSpPr>
        <p:spPr>
          <a:xfrm>
            <a:off x="536408" y="1631156"/>
            <a:ext cx="3960980" cy="2963466"/>
          </a:xfrm>
          <a:prstGeom prst="rect">
            <a:avLst/>
          </a:prstGeom>
          <a:noFill/>
          <a:ln>
            <a:noFill/>
          </a:ln>
        </p:spPr>
        <p:txBody>
          <a:bodyPr spcFirstLastPara="1" wrap="square" lIns="91425" tIns="45700" rIns="91425" bIns="45700" anchor="t" anchorCtr="0">
            <a:noAutofit/>
          </a:bodyPr>
          <a:lstStyle>
            <a:lvl1pPr marL="457200" lvl="0" indent="-228600" algn="l">
              <a:lnSpc>
                <a:spcPct val="100000"/>
              </a:lnSpc>
              <a:spcBef>
                <a:spcPts val="360"/>
              </a:spcBef>
              <a:spcAft>
                <a:spcPts val="0"/>
              </a:spcAft>
              <a:buClr>
                <a:schemeClr val="dk1"/>
              </a:buClr>
              <a:buSzPts val="1800"/>
              <a:buNone/>
              <a:defRPr sz="1800"/>
            </a:lvl1pPr>
            <a:lvl2pPr marL="914400" lvl="1" indent="-323850" algn="l">
              <a:lnSpc>
                <a:spcPct val="100000"/>
              </a:lnSpc>
              <a:spcBef>
                <a:spcPts val="300"/>
              </a:spcBef>
              <a:spcAft>
                <a:spcPts val="0"/>
              </a:spcAft>
              <a:buClr>
                <a:schemeClr val="dk1"/>
              </a:buClr>
              <a:buSzPts val="1500"/>
              <a:buChar char="•"/>
              <a:defRPr sz="1500"/>
            </a:lvl2pPr>
            <a:lvl3pPr marL="1371600" lvl="2" indent="-314325" algn="l">
              <a:lnSpc>
                <a:spcPct val="100000"/>
              </a:lnSpc>
              <a:spcBef>
                <a:spcPts val="270"/>
              </a:spcBef>
              <a:spcAft>
                <a:spcPts val="0"/>
              </a:spcAft>
              <a:buClr>
                <a:schemeClr val="dk1"/>
              </a:buClr>
              <a:buSzPts val="1350"/>
              <a:buChar char="o"/>
              <a:defRPr sz="1350"/>
            </a:lvl3pPr>
            <a:lvl4pPr marL="1828800" lvl="3" indent="-304800" algn="l">
              <a:lnSpc>
                <a:spcPct val="100000"/>
              </a:lnSpc>
              <a:spcBef>
                <a:spcPts val="240"/>
              </a:spcBef>
              <a:spcAft>
                <a:spcPts val="0"/>
              </a:spcAft>
              <a:buClr>
                <a:srgbClr val="7F7F7F"/>
              </a:buClr>
              <a:buSzPts val="1200"/>
              <a:buChar char="–"/>
              <a:defRPr sz="1200"/>
            </a:lvl4pPr>
            <a:lvl5pPr marL="2286000" lvl="4" indent="-304800" algn="l">
              <a:lnSpc>
                <a:spcPct val="100000"/>
              </a:lnSpc>
              <a:spcBef>
                <a:spcPts val="240"/>
              </a:spcBef>
              <a:spcAft>
                <a:spcPts val="0"/>
              </a:spcAft>
              <a:buClr>
                <a:srgbClr val="7F7F7F"/>
              </a:buClr>
              <a:buSzPts val="1200"/>
              <a:buChar char="»"/>
              <a:defRPr sz="1200"/>
            </a:lvl5pPr>
            <a:lvl6pPr marL="2743200" lvl="5" indent="-304800" algn="l">
              <a:lnSpc>
                <a:spcPct val="100000"/>
              </a:lnSpc>
              <a:spcBef>
                <a:spcPts val="240"/>
              </a:spcBef>
              <a:spcAft>
                <a:spcPts val="0"/>
              </a:spcAft>
              <a:buClr>
                <a:schemeClr val="dk1"/>
              </a:buClr>
              <a:buSzPts val="1200"/>
              <a:buChar char="•"/>
              <a:defRPr sz="1200"/>
            </a:lvl6pPr>
            <a:lvl7pPr marL="3200400" lvl="6" indent="-304800" algn="l">
              <a:lnSpc>
                <a:spcPct val="100000"/>
              </a:lnSpc>
              <a:spcBef>
                <a:spcPts val="240"/>
              </a:spcBef>
              <a:spcAft>
                <a:spcPts val="0"/>
              </a:spcAft>
              <a:buClr>
                <a:schemeClr val="dk1"/>
              </a:buClr>
              <a:buSzPts val="1200"/>
              <a:buChar char="•"/>
              <a:defRPr sz="1200"/>
            </a:lvl7pPr>
            <a:lvl8pPr marL="3657600" lvl="7" indent="-304800" algn="l">
              <a:lnSpc>
                <a:spcPct val="100000"/>
              </a:lnSpc>
              <a:spcBef>
                <a:spcPts val="240"/>
              </a:spcBef>
              <a:spcAft>
                <a:spcPts val="0"/>
              </a:spcAft>
              <a:buClr>
                <a:schemeClr val="dk1"/>
              </a:buClr>
              <a:buSzPts val="1200"/>
              <a:buChar char="•"/>
              <a:defRPr sz="1200"/>
            </a:lvl8pPr>
            <a:lvl9pPr marL="4114800" lvl="8" indent="-304800" algn="l">
              <a:lnSpc>
                <a:spcPct val="100000"/>
              </a:lnSpc>
              <a:spcBef>
                <a:spcPts val="240"/>
              </a:spcBef>
              <a:spcAft>
                <a:spcPts val="0"/>
              </a:spcAft>
              <a:buClr>
                <a:schemeClr val="dk1"/>
              </a:buClr>
              <a:buSzPts val="1200"/>
              <a:buChar char="•"/>
              <a:defRPr sz="1200"/>
            </a:lvl9pPr>
          </a:lstStyle>
          <a:p>
            <a:endParaRPr/>
          </a:p>
        </p:txBody>
      </p:sp>
      <p:sp>
        <p:nvSpPr>
          <p:cNvPr id="170" name="Google Shape;170;p19"/>
          <p:cNvSpPr txBox="1">
            <a:spLocks noGrp="1"/>
          </p:cNvSpPr>
          <p:nvPr>
            <p:ph type="body" idx="3"/>
          </p:nvPr>
        </p:nvSpPr>
        <p:spPr>
          <a:xfrm>
            <a:off x="4724265" y="1151335"/>
            <a:ext cx="3962536" cy="479822"/>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60"/>
              </a:spcBef>
              <a:spcAft>
                <a:spcPts val="0"/>
              </a:spcAft>
              <a:buClr>
                <a:srgbClr val="FCC90A"/>
              </a:buClr>
              <a:buSzPts val="1800"/>
              <a:buNone/>
              <a:defRPr sz="1800" b="1">
                <a:solidFill>
                  <a:srgbClr val="FCC90A"/>
                </a:solidFill>
              </a:defRPr>
            </a:lvl1pPr>
            <a:lvl2pPr marL="914400" lvl="1" indent="-228600" algn="l">
              <a:lnSpc>
                <a:spcPct val="100000"/>
              </a:lnSpc>
              <a:spcBef>
                <a:spcPts val="300"/>
              </a:spcBef>
              <a:spcAft>
                <a:spcPts val="0"/>
              </a:spcAft>
              <a:buClr>
                <a:schemeClr val="dk1"/>
              </a:buClr>
              <a:buSzPts val="1500"/>
              <a:buNone/>
              <a:defRPr sz="1500" b="1"/>
            </a:lvl2pPr>
            <a:lvl3pPr marL="1371600" lvl="2" indent="-228600" algn="l">
              <a:lnSpc>
                <a:spcPct val="100000"/>
              </a:lnSpc>
              <a:spcBef>
                <a:spcPts val="270"/>
              </a:spcBef>
              <a:spcAft>
                <a:spcPts val="0"/>
              </a:spcAft>
              <a:buClr>
                <a:schemeClr val="dk1"/>
              </a:buClr>
              <a:buSzPts val="1350"/>
              <a:buNone/>
              <a:defRPr sz="1350" b="1"/>
            </a:lvl3pPr>
            <a:lvl4pPr marL="1828800" lvl="3" indent="-228600" algn="l">
              <a:lnSpc>
                <a:spcPct val="100000"/>
              </a:lnSpc>
              <a:spcBef>
                <a:spcPts val="240"/>
              </a:spcBef>
              <a:spcAft>
                <a:spcPts val="0"/>
              </a:spcAft>
              <a:buClr>
                <a:srgbClr val="7F7F7F"/>
              </a:buClr>
              <a:buSzPts val="1200"/>
              <a:buNone/>
              <a:defRPr sz="1200" b="1"/>
            </a:lvl4pPr>
            <a:lvl5pPr marL="2286000" lvl="4" indent="-228600" algn="l">
              <a:lnSpc>
                <a:spcPct val="100000"/>
              </a:lnSpc>
              <a:spcBef>
                <a:spcPts val="240"/>
              </a:spcBef>
              <a:spcAft>
                <a:spcPts val="0"/>
              </a:spcAft>
              <a:buClr>
                <a:srgbClr val="7F7F7F"/>
              </a:buClr>
              <a:buSzPts val="1200"/>
              <a:buNone/>
              <a:defRPr sz="1200" b="1"/>
            </a:lvl5pPr>
            <a:lvl6pPr marL="2743200" lvl="5" indent="-228600" algn="l">
              <a:lnSpc>
                <a:spcPct val="100000"/>
              </a:lnSpc>
              <a:spcBef>
                <a:spcPts val="240"/>
              </a:spcBef>
              <a:spcAft>
                <a:spcPts val="0"/>
              </a:spcAft>
              <a:buClr>
                <a:schemeClr val="dk1"/>
              </a:buClr>
              <a:buSzPts val="1200"/>
              <a:buNone/>
              <a:defRPr sz="1200" b="1"/>
            </a:lvl6pPr>
            <a:lvl7pPr marL="3200400" lvl="6" indent="-228600" algn="l">
              <a:lnSpc>
                <a:spcPct val="100000"/>
              </a:lnSpc>
              <a:spcBef>
                <a:spcPts val="240"/>
              </a:spcBef>
              <a:spcAft>
                <a:spcPts val="0"/>
              </a:spcAft>
              <a:buClr>
                <a:schemeClr val="dk1"/>
              </a:buClr>
              <a:buSzPts val="1200"/>
              <a:buNone/>
              <a:defRPr sz="1200" b="1"/>
            </a:lvl7pPr>
            <a:lvl8pPr marL="3657600" lvl="7" indent="-228600" algn="l">
              <a:lnSpc>
                <a:spcPct val="100000"/>
              </a:lnSpc>
              <a:spcBef>
                <a:spcPts val="240"/>
              </a:spcBef>
              <a:spcAft>
                <a:spcPts val="0"/>
              </a:spcAft>
              <a:buClr>
                <a:schemeClr val="dk1"/>
              </a:buClr>
              <a:buSzPts val="1200"/>
              <a:buNone/>
              <a:defRPr sz="1200" b="1"/>
            </a:lvl8pPr>
            <a:lvl9pPr marL="4114800" lvl="8" indent="-228600" algn="l">
              <a:lnSpc>
                <a:spcPct val="100000"/>
              </a:lnSpc>
              <a:spcBef>
                <a:spcPts val="240"/>
              </a:spcBef>
              <a:spcAft>
                <a:spcPts val="0"/>
              </a:spcAft>
              <a:buClr>
                <a:schemeClr val="dk1"/>
              </a:buClr>
              <a:buSzPts val="1200"/>
              <a:buNone/>
              <a:defRPr sz="1200" b="1"/>
            </a:lvl9pPr>
          </a:lstStyle>
          <a:p>
            <a:endParaRPr/>
          </a:p>
        </p:txBody>
      </p:sp>
      <p:sp>
        <p:nvSpPr>
          <p:cNvPr id="171" name="Google Shape;171;p19"/>
          <p:cNvSpPr txBox="1">
            <a:spLocks noGrp="1"/>
          </p:cNvSpPr>
          <p:nvPr>
            <p:ph type="body" idx="4"/>
          </p:nvPr>
        </p:nvSpPr>
        <p:spPr>
          <a:xfrm>
            <a:off x="4724265" y="1631156"/>
            <a:ext cx="3962536" cy="2963466"/>
          </a:xfrm>
          <a:prstGeom prst="rect">
            <a:avLst/>
          </a:prstGeom>
          <a:noFill/>
          <a:ln>
            <a:noFill/>
          </a:ln>
        </p:spPr>
        <p:txBody>
          <a:bodyPr spcFirstLastPara="1" wrap="square" lIns="91425" tIns="45700" rIns="91425" bIns="45700" anchor="t" anchorCtr="0">
            <a:noAutofit/>
          </a:bodyPr>
          <a:lstStyle>
            <a:lvl1pPr marL="457200" lvl="0" indent="-228600" algn="l">
              <a:lnSpc>
                <a:spcPct val="100000"/>
              </a:lnSpc>
              <a:spcBef>
                <a:spcPts val="360"/>
              </a:spcBef>
              <a:spcAft>
                <a:spcPts val="0"/>
              </a:spcAft>
              <a:buClr>
                <a:schemeClr val="dk1"/>
              </a:buClr>
              <a:buSzPts val="1800"/>
              <a:buNone/>
              <a:defRPr sz="1800"/>
            </a:lvl1pPr>
            <a:lvl2pPr marL="914400" lvl="1" indent="-323850" algn="l">
              <a:lnSpc>
                <a:spcPct val="100000"/>
              </a:lnSpc>
              <a:spcBef>
                <a:spcPts val="300"/>
              </a:spcBef>
              <a:spcAft>
                <a:spcPts val="0"/>
              </a:spcAft>
              <a:buClr>
                <a:schemeClr val="dk1"/>
              </a:buClr>
              <a:buSzPts val="1500"/>
              <a:buChar char="•"/>
              <a:defRPr sz="1500"/>
            </a:lvl2pPr>
            <a:lvl3pPr marL="1371600" lvl="2" indent="-314325" algn="l">
              <a:lnSpc>
                <a:spcPct val="100000"/>
              </a:lnSpc>
              <a:spcBef>
                <a:spcPts val="270"/>
              </a:spcBef>
              <a:spcAft>
                <a:spcPts val="0"/>
              </a:spcAft>
              <a:buClr>
                <a:schemeClr val="dk1"/>
              </a:buClr>
              <a:buSzPts val="1350"/>
              <a:buChar char="o"/>
              <a:defRPr sz="1350"/>
            </a:lvl3pPr>
            <a:lvl4pPr marL="1828800" lvl="3" indent="-304800" algn="l">
              <a:lnSpc>
                <a:spcPct val="100000"/>
              </a:lnSpc>
              <a:spcBef>
                <a:spcPts val="240"/>
              </a:spcBef>
              <a:spcAft>
                <a:spcPts val="0"/>
              </a:spcAft>
              <a:buClr>
                <a:srgbClr val="7F7F7F"/>
              </a:buClr>
              <a:buSzPts val="1200"/>
              <a:buChar char="–"/>
              <a:defRPr sz="1200"/>
            </a:lvl4pPr>
            <a:lvl5pPr marL="2286000" lvl="4" indent="-304800" algn="l">
              <a:lnSpc>
                <a:spcPct val="100000"/>
              </a:lnSpc>
              <a:spcBef>
                <a:spcPts val="240"/>
              </a:spcBef>
              <a:spcAft>
                <a:spcPts val="0"/>
              </a:spcAft>
              <a:buClr>
                <a:srgbClr val="7F7F7F"/>
              </a:buClr>
              <a:buSzPts val="1200"/>
              <a:buChar char="»"/>
              <a:defRPr sz="1200"/>
            </a:lvl5pPr>
            <a:lvl6pPr marL="2743200" lvl="5" indent="-304800" algn="l">
              <a:lnSpc>
                <a:spcPct val="100000"/>
              </a:lnSpc>
              <a:spcBef>
                <a:spcPts val="240"/>
              </a:spcBef>
              <a:spcAft>
                <a:spcPts val="0"/>
              </a:spcAft>
              <a:buClr>
                <a:schemeClr val="dk1"/>
              </a:buClr>
              <a:buSzPts val="1200"/>
              <a:buChar char="•"/>
              <a:defRPr sz="1200"/>
            </a:lvl6pPr>
            <a:lvl7pPr marL="3200400" lvl="6" indent="-304800" algn="l">
              <a:lnSpc>
                <a:spcPct val="100000"/>
              </a:lnSpc>
              <a:spcBef>
                <a:spcPts val="240"/>
              </a:spcBef>
              <a:spcAft>
                <a:spcPts val="0"/>
              </a:spcAft>
              <a:buClr>
                <a:schemeClr val="dk1"/>
              </a:buClr>
              <a:buSzPts val="1200"/>
              <a:buChar char="•"/>
              <a:defRPr sz="1200"/>
            </a:lvl7pPr>
            <a:lvl8pPr marL="3657600" lvl="7" indent="-304800" algn="l">
              <a:lnSpc>
                <a:spcPct val="100000"/>
              </a:lnSpc>
              <a:spcBef>
                <a:spcPts val="240"/>
              </a:spcBef>
              <a:spcAft>
                <a:spcPts val="0"/>
              </a:spcAft>
              <a:buClr>
                <a:schemeClr val="dk1"/>
              </a:buClr>
              <a:buSzPts val="1200"/>
              <a:buChar char="•"/>
              <a:defRPr sz="1200"/>
            </a:lvl8pPr>
            <a:lvl9pPr marL="4114800" lvl="8" indent="-304800" algn="l">
              <a:lnSpc>
                <a:spcPct val="100000"/>
              </a:lnSpc>
              <a:spcBef>
                <a:spcPts val="240"/>
              </a:spcBef>
              <a:spcAft>
                <a:spcPts val="0"/>
              </a:spcAft>
              <a:buClr>
                <a:schemeClr val="dk1"/>
              </a:buClr>
              <a:buSzPts val="1200"/>
              <a:buChar char="•"/>
              <a:defRPr sz="1200"/>
            </a:lvl9pPr>
          </a:lstStyle>
          <a:p>
            <a:endParaRPr/>
          </a:p>
        </p:txBody>
      </p:sp>
      <p:sp>
        <p:nvSpPr>
          <p:cNvPr id="172" name="Google Shape;172;p19"/>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173" name="Google Shape;173;p19"/>
          <p:cNvSpPr txBox="1">
            <a:spLocks noGrp="1"/>
          </p:cNvSpPr>
          <p:nvPr>
            <p:ph type="title"/>
          </p:nvPr>
        </p:nvSpPr>
        <p:spPr>
          <a:xfrm>
            <a:off x="536408" y="237636"/>
            <a:ext cx="8140628"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74" name="Google Shape;174;p19" descr="A close up of a logo  Description automatically generated"/>
          <p:cNvPicPr preferRelativeResize="0"/>
          <p:nvPr/>
        </p:nvPicPr>
        <p:blipFill rotWithShape="1">
          <a:blip r:embed="rId2">
            <a:alphaModFix/>
          </a:blip>
          <a:srcRect b="-4198"/>
          <a:stretch/>
        </p:blipFill>
        <p:spPr>
          <a:xfrm>
            <a:off x="0" y="0"/>
            <a:ext cx="876601" cy="796293"/>
          </a:xfrm>
          <a:prstGeom prst="rect">
            <a:avLst/>
          </a:prstGeom>
          <a:noFill/>
          <a:ln>
            <a:noFill/>
          </a:ln>
        </p:spPr>
      </p:pic>
      <p:grpSp>
        <p:nvGrpSpPr>
          <p:cNvPr id="175" name="Google Shape;175;p19"/>
          <p:cNvGrpSpPr/>
          <p:nvPr/>
        </p:nvGrpSpPr>
        <p:grpSpPr>
          <a:xfrm>
            <a:off x="182346" y="104249"/>
            <a:ext cx="570006" cy="4473696"/>
            <a:chOff x="182346" y="104249"/>
            <a:chExt cx="570006" cy="4473696"/>
          </a:xfrm>
        </p:grpSpPr>
        <p:pic>
          <p:nvPicPr>
            <p:cNvPr id="176" name="Google Shape;176;p19" descr="A close up of a logo  Description automatically generated"/>
            <p:cNvPicPr preferRelativeResize="0"/>
            <p:nvPr/>
          </p:nvPicPr>
          <p:blipFill rotWithShape="1">
            <a:blip r:embed="rId3">
              <a:alphaModFix/>
            </a:blip>
            <a:srcRect/>
            <a:stretch/>
          </p:blipFill>
          <p:spPr>
            <a:xfrm>
              <a:off x="182346" y="104249"/>
              <a:ext cx="570006" cy="538523"/>
            </a:xfrm>
            <a:prstGeom prst="rect">
              <a:avLst/>
            </a:prstGeom>
            <a:noFill/>
            <a:ln>
              <a:noFill/>
            </a:ln>
          </p:spPr>
        </p:pic>
        <p:sp>
          <p:nvSpPr>
            <p:cNvPr id="177" name="Google Shape;177;p19"/>
            <p:cNvSpPr/>
            <p:nvPr/>
          </p:nvSpPr>
          <p:spPr>
            <a:xfrm rot="5400000">
              <a:off x="-1801902" y="2538833"/>
              <a:ext cx="4023360" cy="54864"/>
            </a:xfrm>
            <a:prstGeom prst="rect">
              <a:avLst/>
            </a:pr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178"/>
        <p:cNvGrpSpPr/>
        <p:nvPr/>
      </p:nvGrpSpPr>
      <p:grpSpPr>
        <a:xfrm>
          <a:off x="0" y="0"/>
          <a:ext cx="0" cy="0"/>
          <a:chOff x="0" y="0"/>
          <a:chExt cx="0" cy="0"/>
        </a:xfrm>
      </p:grpSpPr>
      <p:sp>
        <p:nvSpPr>
          <p:cNvPr id="179" name="Google Shape;179;p20"/>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 Id="rId2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228600" y="170261"/>
            <a:ext cx="8769096" cy="857250"/>
          </a:xfrm>
          <a:prstGeom prst="rect">
            <a:avLst/>
          </a:prstGeom>
          <a:noFill/>
          <a:ln>
            <a:noFill/>
          </a:ln>
        </p:spPr>
        <p:txBody>
          <a:bodyPr spcFirstLastPara="1" wrap="square" lIns="91425" tIns="45700" rIns="91425" bIns="45700" anchor="ctr" anchorCtr="0">
            <a:normAutofit/>
          </a:bodyPr>
          <a:lstStyle>
            <a:lvl1pPr marR="0" lvl="0" algn="l" rtl="0">
              <a:lnSpc>
                <a:spcPct val="100000"/>
              </a:lnSpc>
              <a:spcBef>
                <a:spcPts val="0"/>
              </a:spcBef>
              <a:spcAft>
                <a:spcPts val="0"/>
              </a:spcAft>
              <a:buClr>
                <a:schemeClr val="dk1"/>
              </a:buClr>
              <a:buSzPts val="2200"/>
              <a:buFont typeface="Arial"/>
              <a:buNone/>
              <a:defRPr sz="2200" b="1"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
          <p:cNvSpPr txBox="1">
            <a:spLocks noGrp="1"/>
          </p:cNvSpPr>
          <p:nvPr>
            <p:ph type="body" idx="1"/>
          </p:nvPr>
        </p:nvSpPr>
        <p:spPr>
          <a:xfrm>
            <a:off x="228600" y="1126999"/>
            <a:ext cx="8769096" cy="3394472"/>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340"/>
              </a:spcBef>
              <a:spcAft>
                <a:spcPts val="0"/>
              </a:spcAft>
              <a:buClr>
                <a:schemeClr val="dk1"/>
              </a:buClr>
              <a:buSzPts val="1700"/>
              <a:buFont typeface="Arial"/>
              <a:buNone/>
              <a:defRPr sz="1700" b="0" i="0" u="none" strike="noStrike" cap="none">
                <a:solidFill>
                  <a:schemeClr val="dk1"/>
                </a:solidFill>
                <a:latin typeface="Arial"/>
                <a:ea typeface="Arial"/>
                <a:cs typeface="Arial"/>
                <a:sym typeface="Arial"/>
              </a:defRPr>
            </a:lvl1pPr>
            <a:lvl2pPr marL="914400" marR="0" lvl="1" indent="-323850" algn="l" rtl="0">
              <a:lnSpc>
                <a:spcPct val="100000"/>
              </a:lnSpc>
              <a:spcBef>
                <a:spcPts val="300"/>
              </a:spcBef>
              <a:spcAft>
                <a:spcPts val="0"/>
              </a:spcAft>
              <a:buClr>
                <a:schemeClr val="dk1"/>
              </a:buClr>
              <a:buSzPts val="1500"/>
              <a:buFont typeface="Arial"/>
              <a:buChar char="•"/>
              <a:defRPr sz="1500" b="0" i="0" u="none" strike="noStrike" cap="none">
                <a:solidFill>
                  <a:schemeClr val="dk1"/>
                </a:solidFill>
                <a:latin typeface="Arial"/>
                <a:ea typeface="Arial"/>
                <a:cs typeface="Arial"/>
                <a:sym typeface="Arial"/>
              </a:defRPr>
            </a:lvl2pPr>
            <a:lvl3pPr marL="1371600" marR="0" lvl="2" indent="-317500" algn="l" rtl="0">
              <a:lnSpc>
                <a:spcPct val="100000"/>
              </a:lnSpc>
              <a:spcBef>
                <a:spcPts val="280"/>
              </a:spcBef>
              <a:spcAft>
                <a:spcPts val="0"/>
              </a:spcAft>
              <a:buClr>
                <a:schemeClr val="dk1"/>
              </a:buClr>
              <a:buSzPts val="1400"/>
              <a:buFont typeface="Courier New"/>
              <a:buChar char="o"/>
              <a:defRPr sz="1400" b="0" i="0" u="none" strike="noStrike" cap="none">
                <a:solidFill>
                  <a:schemeClr val="dk1"/>
                </a:solidFill>
                <a:latin typeface="Arial"/>
                <a:ea typeface="Arial"/>
                <a:cs typeface="Arial"/>
                <a:sym typeface="Arial"/>
              </a:defRPr>
            </a:lvl3pPr>
            <a:lvl4pPr marL="1828800" marR="0" lvl="3" indent="-304800" algn="l" rtl="0">
              <a:lnSpc>
                <a:spcPct val="100000"/>
              </a:lnSpc>
              <a:spcBef>
                <a:spcPts val="240"/>
              </a:spcBef>
              <a:spcAft>
                <a:spcPts val="0"/>
              </a:spcAft>
              <a:buClr>
                <a:srgbClr val="7F7F7F"/>
              </a:buClr>
              <a:buSzPts val="1200"/>
              <a:buFont typeface="Arial"/>
              <a:buChar char="–"/>
              <a:defRPr sz="1200" b="0" i="0" u="none" strike="noStrike" cap="none">
                <a:solidFill>
                  <a:srgbClr val="7F7F7F"/>
                </a:solidFill>
                <a:latin typeface="Arial"/>
                <a:ea typeface="Arial"/>
                <a:cs typeface="Arial"/>
                <a:sym typeface="Arial"/>
              </a:defRPr>
            </a:lvl4pPr>
            <a:lvl5pPr marL="2286000" marR="0" lvl="4" indent="-292100" algn="l" rtl="0">
              <a:lnSpc>
                <a:spcPct val="100000"/>
              </a:lnSpc>
              <a:spcBef>
                <a:spcPts val="200"/>
              </a:spcBef>
              <a:spcAft>
                <a:spcPts val="0"/>
              </a:spcAft>
              <a:buClr>
                <a:srgbClr val="7F7F7F"/>
              </a:buClr>
              <a:buSzPts val="1000"/>
              <a:buFont typeface="Arial"/>
              <a:buChar char="»"/>
              <a:defRPr sz="1000" b="0" i="0" u="none" strike="noStrike" cap="none">
                <a:solidFill>
                  <a:srgbClr val="7F7F7F"/>
                </a:solidFill>
                <a:latin typeface="Arial"/>
                <a:ea typeface="Arial"/>
                <a:cs typeface="Arial"/>
                <a:sym typeface="Arial"/>
              </a:defRPr>
            </a:lvl5pPr>
            <a:lvl6pPr marL="2743200" marR="0" lvl="5" indent="-323850" algn="l" rtl="0">
              <a:lnSpc>
                <a:spcPct val="100000"/>
              </a:lnSpc>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6pPr>
            <a:lvl7pPr marL="3200400" marR="0" lvl="6" indent="-323850" algn="l" rtl="0">
              <a:lnSpc>
                <a:spcPct val="100000"/>
              </a:lnSpc>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7pPr>
            <a:lvl8pPr marL="3657600" marR="0" lvl="7" indent="-323850" algn="l" rtl="0">
              <a:lnSpc>
                <a:spcPct val="100000"/>
              </a:lnSpc>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8pPr>
            <a:lvl9pPr marL="4114800" marR="0" lvl="8" indent="-323850" algn="l" rtl="0">
              <a:lnSpc>
                <a:spcPct val="100000"/>
              </a:lnSpc>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pic>
        <p:nvPicPr>
          <p:cNvPr id="13" name="Google Shape;13;p1"/>
          <p:cNvPicPr preferRelativeResize="0"/>
          <p:nvPr/>
        </p:nvPicPr>
        <p:blipFill rotWithShape="1">
          <a:blip r:embed="rId21">
            <a:alphaModFix/>
          </a:blip>
          <a:srcRect/>
          <a:stretch/>
        </p:blipFill>
        <p:spPr>
          <a:xfrm>
            <a:off x="80509" y="4720046"/>
            <a:ext cx="320286" cy="340980"/>
          </a:xfrm>
          <a:prstGeom prst="rect">
            <a:avLst/>
          </a:prstGeom>
          <a:noFill/>
          <a:ln>
            <a:noFill/>
          </a:ln>
        </p:spPr>
      </p:pic>
      <p:sp>
        <p:nvSpPr>
          <p:cNvPr id="14" name="Google Shape;14;p1"/>
          <p:cNvSpPr txBox="1"/>
          <p:nvPr/>
        </p:nvSpPr>
        <p:spPr>
          <a:xfrm>
            <a:off x="357250" y="4806164"/>
            <a:ext cx="2673331" cy="18466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600"/>
              <a:buFont typeface="Arial"/>
              <a:buNone/>
            </a:pPr>
            <a:r>
              <a:rPr lang="en-US" sz="600" b="0" i="0" u="none" strike="noStrike" cap="none">
                <a:solidFill>
                  <a:schemeClr val="dk1"/>
                </a:solidFill>
                <a:latin typeface="Arial"/>
                <a:ea typeface="Arial"/>
                <a:cs typeface="Arial"/>
                <a:sym typeface="Arial"/>
              </a:rPr>
              <a:t>CAL STATE LA </a:t>
            </a:r>
            <a:r>
              <a:rPr lang="en-US" sz="600" b="0" i="0" u="none" strike="noStrike" cap="none">
                <a:solidFill>
                  <a:srgbClr val="FCC90A"/>
                </a:solidFill>
                <a:latin typeface="Arial"/>
                <a:ea typeface="Arial"/>
                <a:cs typeface="Arial"/>
                <a:sym typeface="Arial"/>
              </a:rPr>
              <a:t> |   </a:t>
            </a:r>
            <a:r>
              <a:rPr lang="en-US" sz="600" b="0" i="0" u="none" strike="noStrike" cap="none">
                <a:solidFill>
                  <a:schemeClr val="dk1"/>
                </a:solidFill>
                <a:latin typeface="Arial"/>
                <a:ea typeface="Arial"/>
                <a:cs typeface="Arial"/>
                <a:sym typeface="Arial"/>
              </a:rPr>
              <a:t>Department of Computer Science</a:t>
            </a:r>
            <a:endParaRPr sz="1400" b="0" i="0" u="none" strike="noStrike" cap="none">
              <a:solidFill>
                <a:srgbClr val="000000"/>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 Id="rId3"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Img1" Type="http://schemas.openxmlformats.org/officeDocument/2006/relationships/image" Target="../media/chart_slide23_1.jpg"/><Relationship Id="rId1"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Img1" Type="http://schemas.openxmlformats.org/officeDocument/2006/relationships/image" Target="../media/chart_slide27_1.png"/><Relationship Id="rId1"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Google Shape;185;p21"/>
          <p:cNvSpPr txBox="1">
            <a:spLocks noGrp="1"/>
          </p:cNvSpPr>
          <p:nvPr>
            <p:ph type="subTitle" idx="1"/>
          </p:nvPr>
        </p:nvSpPr>
        <p:spPr>
          <a:xfrm>
            <a:off x="2103863" y="3465715"/>
            <a:ext cx="4906537" cy="1216814"/>
          </a:xfrm>
          <a:prstGeom prst="rect">
            <a:avLst/>
          </a:prstGeom>
          <a:noFill/>
          <a:ln>
            <a:noFill/>
          </a:ln>
        </p:spPr>
        <p:txBody>
          <a:bodyPr spcFirstLastPara="1" wrap="square" lIns="91425" tIns="45700" rIns="91425" bIns="45700" anchor="t" anchorCtr="0">
            <a:noAutofit/>
          </a:bodyPr>
          <a:lstStyle/>
          <a:p>
            <a:pPr marL="0" lvl="0" indent="0" algn="ctr" rtl="0">
              <a:lnSpc>
                <a:spcPct val="100000"/>
              </a:lnSpc>
              <a:spcBef>
                <a:spcPts val="0"/>
              </a:spcBef>
              <a:spcAft>
                <a:spcPts val="0"/>
              </a:spcAft>
              <a:buClr>
                <a:schemeClr val="dk1"/>
              </a:buClr>
              <a:buSzPts val="1700"/>
              <a:buNone/>
            </a:pPr>
            <a:r>
              <a:rPr lang="en-US">
                <a:solidFill>
                  <a:schemeClr val="dk1"/>
                </a:solidFill>
              </a:rPr>
              <a:t>Final 5-minute presentation</a:t>
            </a:r>
            <a:endParaRPr/>
          </a:p>
          <a:p>
            <a:pPr marL="0" lvl="0" indent="0" algn="ctr" rtl="0">
              <a:lnSpc>
                <a:spcPct val="100000"/>
              </a:lnSpc>
              <a:spcBef>
                <a:spcPts val="340"/>
              </a:spcBef>
              <a:spcAft>
                <a:spcPts val="0"/>
              </a:spcAft>
              <a:buClr>
                <a:schemeClr val="dk1"/>
              </a:buClr>
              <a:buSzPts val="1700"/>
              <a:buNone/>
            </a:pPr>
            <a:r>
              <a:rPr lang="en-US">
                <a:solidFill>
                  <a:schemeClr val="dk1"/>
                </a:solidFill>
              </a:rPr>
              <a:t>Advisor: Navid Amini, PhD</a:t>
            </a:r>
            <a:endParaRPr/>
          </a:p>
          <a:p>
            <a:pPr marL="0" lvl="0" indent="0" algn="ctr" rtl="0">
              <a:lnSpc>
                <a:spcPct val="100000"/>
              </a:lnSpc>
              <a:spcBef>
                <a:spcPts val="340"/>
              </a:spcBef>
              <a:spcAft>
                <a:spcPts val="0"/>
              </a:spcAft>
              <a:buClr>
                <a:srgbClr val="4A4F55"/>
              </a:buClr>
              <a:buSzPts val="1700"/>
              <a:buNone/>
            </a:pPr>
            <a:endParaRPr/>
          </a:p>
          <a:p>
            <a:pPr marL="0" lvl="0" indent="0" algn="ctr" rtl="0">
              <a:lnSpc>
                <a:spcPct val="100000"/>
              </a:lnSpc>
              <a:spcBef>
                <a:spcPts val="340"/>
              </a:spcBef>
              <a:spcAft>
                <a:spcPts val="0"/>
              </a:spcAft>
              <a:buClr>
                <a:srgbClr val="4A4F55"/>
              </a:buClr>
              <a:buSzPts val="1700"/>
              <a:buNone/>
            </a:pPr>
            <a:r>
              <a:rPr lang="en-US"/>
              <a:t>Department of Computer Science</a:t>
            </a:r>
            <a:endParaRPr/>
          </a:p>
          <a:p>
            <a:pPr marL="0" lvl="0" indent="0" algn="ctr" rtl="0">
              <a:lnSpc>
                <a:spcPct val="100000"/>
              </a:lnSpc>
              <a:spcBef>
                <a:spcPts val="340"/>
              </a:spcBef>
              <a:spcAft>
                <a:spcPts val="0"/>
              </a:spcAft>
              <a:buClr>
                <a:srgbClr val="4A4F55"/>
              </a:buClr>
              <a:buSzPts val="1700"/>
              <a:buNone/>
            </a:pPr>
            <a:endParaRPr/>
          </a:p>
        </p:txBody>
      </p:sp>
      <p:sp>
        <p:nvSpPr>
          <p:cNvPr id="187" name="Google Shape;187;p21"/>
          <p:cNvSpPr txBox="1"/>
          <p:nvPr/>
        </p:nvSpPr>
        <p:spPr>
          <a:xfrm>
            <a:off x="0" y="2112255"/>
            <a:ext cx="9144000" cy="64629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US" sz="3600" dirty="0">
                <a:solidFill>
                  <a:schemeClr val="dk1"/>
                </a:solidFill>
              </a:rPr>
              <a:t>Early Detection of Diabetic Retinopathy</a:t>
            </a:r>
            <a:endParaRPr sz="3600" dirty="0">
              <a:solidFill>
                <a:schemeClr val="dk1"/>
              </a:solidFill>
            </a:endParaRPr>
          </a:p>
        </p:txBody>
      </p:sp>
      <p:sp>
        <p:nvSpPr>
          <p:cNvPr id="4" name="TextBox 3">
            <a:extLst>
              <a:ext uri="{FF2B5EF4-FFF2-40B4-BE49-F238E27FC236}">
                <a16:creationId xmlns:a16="http://schemas.microsoft.com/office/drawing/2014/main" id="{EF837E60-3D38-F4EB-DDD8-AB78CC76A965}"/>
              </a:ext>
            </a:extLst>
          </p:cNvPr>
          <p:cNvSpPr txBox="1"/>
          <p:nvPr/>
        </p:nvSpPr>
        <p:spPr>
          <a:xfrm>
            <a:off x="8801100" y="4792436"/>
            <a:ext cx="342900" cy="261610"/>
          </a:xfrm>
          <a:prstGeom prst="rect">
            <a:avLst/>
          </a:prstGeom>
          <a:noFill/>
        </p:spPr>
        <p:txBody>
          <a:bodyPr wrap="square" rtlCol="0">
            <a:spAutoFit/>
          </a:bodyPr>
          <a:lstStyle/>
          <a:p>
            <a:r>
              <a:rPr lang="en-US" sz="1100" dirty="0"/>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r>
              <a:rPr lang="en-US" dirty="0">
                <a:solidFill>
                  <a:srgbClr val="121212"/>
                </a:solidFill>
              </a:rPr>
              <a:t>About Diabetic Retinopathy</a:t>
            </a:r>
            <a:endParaRPr sz="2200" b="1" dirty="0">
              <a:solidFill>
                <a:srgbClr val="121212"/>
              </a:solidFill>
              <a:latin typeface="Arial"/>
            </a:endParaRPr>
          </a:p>
        </p:txBody>
      </p:sp>
      <p:sp>
        <p:nvSpPr>
          <p:cNvPr id="3" name="TextBox 2"/>
          <p:cNvSpPr txBox="1"/>
          <p:nvPr/>
        </p:nvSpPr>
        <p:spPr>
          <a:xfrm>
            <a:off x="566928" y="960120"/>
            <a:ext cx="4937760" cy="256032"/>
          </a:xfrm>
          <a:prstGeom prst="rect">
            <a:avLst/>
          </a:prstGeom>
          <a:noFill/>
        </p:spPr>
        <p:txBody>
          <a:bodyPr wrap="square" lIns="27432" tIns="18288" rIns="27432" bIns="18288" anchor="t">
            <a:spAutoFit/>
          </a:bodyPr>
          <a:lstStyle/>
          <a:p>
            <a:pPr algn="l"/>
            <a:r>
              <a:rPr sz="1480" b="1" i="0">
                <a:solidFill>
                  <a:srgbClr val="121212"/>
                </a:solidFill>
                <a:latin typeface="Arial"/>
              </a:rPr>
              <a:t>The clinical burden is growing</a:t>
            </a:r>
          </a:p>
        </p:txBody>
      </p:sp>
      <p:sp>
        <p:nvSpPr>
          <p:cNvPr id="4" name="TextBox 3"/>
          <p:cNvSpPr txBox="1"/>
          <p:nvPr/>
        </p:nvSpPr>
        <p:spPr>
          <a:xfrm>
            <a:off x="566928" y="1243584"/>
            <a:ext cx="2903928" cy="553998"/>
          </a:xfrm>
          <a:prstGeom prst="rect">
            <a:avLst/>
          </a:prstGeom>
          <a:noFill/>
        </p:spPr>
        <p:txBody>
          <a:bodyPr wrap="square" lIns="27432" tIns="18288" rIns="27432" bIns="18288" anchor="t">
            <a:spAutoFit/>
          </a:bodyPr>
          <a:lstStyle/>
          <a:p>
            <a:pPr algn="l"/>
            <a:r>
              <a:rPr sz="1120" b="0" i="0" dirty="0">
                <a:solidFill>
                  <a:srgbClr val="121212"/>
                </a:solidFill>
                <a:latin typeface="Arial"/>
              </a:rPr>
              <a:t>Diabetes has expanded rapidly worldwide, increasing the number of people who need retinal screening for diabetic retinopathy.</a:t>
            </a:r>
          </a:p>
        </p:txBody>
      </p:sp>
      <p:sp>
        <p:nvSpPr>
          <p:cNvPr id="5" name="Rounded Rectangle 4"/>
          <p:cNvSpPr/>
          <p:nvPr/>
        </p:nvSpPr>
        <p:spPr>
          <a:xfrm>
            <a:off x="6916535" y="786384"/>
            <a:ext cx="1764792" cy="968308"/>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7097096" y="841818"/>
            <a:ext cx="73152" cy="914400"/>
          </a:xfrm>
          <a:prstGeom prst="rect">
            <a:avLst/>
          </a:prstGeom>
          <a:solidFill>
            <a:srgbClr val="00634A"/>
          </a:solidFill>
          <a:ln>
            <a:solidFill>
              <a:srgbClr val="006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223760" y="854408"/>
            <a:ext cx="1371600" cy="329184"/>
          </a:xfrm>
          <a:prstGeom prst="rect">
            <a:avLst/>
          </a:prstGeom>
          <a:noFill/>
        </p:spPr>
        <p:txBody>
          <a:bodyPr wrap="square" lIns="27432" tIns="18288" rIns="27432" bIns="18288" anchor="t">
            <a:spAutoFit/>
          </a:bodyPr>
          <a:lstStyle/>
          <a:p>
            <a:pPr algn="l"/>
            <a:r>
              <a:rPr sz="2300" b="1" i="0" dirty="0">
                <a:solidFill>
                  <a:srgbClr val="00634A"/>
                </a:solidFill>
                <a:latin typeface="Arial"/>
              </a:rPr>
              <a:t>151M</a:t>
            </a:r>
          </a:p>
        </p:txBody>
      </p:sp>
      <p:sp>
        <p:nvSpPr>
          <p:cNvPr id="8" name="TextBox 7"/>
          <p:cNvSpPr txBox="1"/>
          <p:nvPr/>
        </p:nvSpPr>
        <p:spPr>
          <a:xfrm>
            <a:off x="7236575" y="1204151"/>
            <a:ext cx="1371600" cy="402335"/>
          </a:xfrm>
          <a:prstGeom prst="rect">
            <a:avLst/>
          </a:prstGeom>
          <a:noFill/>
        </p:spPr>
        <p:txBody>
          <a:bodyPr wrap="square" lIns="27432" tIns="18288" rIns="27432" bIns="18288" anchor="t">
            <a:spAutoFit/>
          </a:bodyPr>
          <a:lstStyle/>
          <a:p>
            <a:pPr algn="l"/>
            <a:r>
              <a:rPr sz="1050" b="0" i="0" dirty="0">
                <a:solidFill>
                  <a:srgbClr val="121212"/>
                </a:solidFill>
                <a:latin typeface="Arial"/>
              </a:rPr>
              <a:t>adults living with diabetes
in 2000</a:t>
            </a:r>
          </a:p>
        </p:txBody>
      </p:sp>
      <p:sp>
        <p:nvSpPr>
          <p:cNvPr id="9" name="Rounded Rectangle 8"/>
          <p:cNvSpPr/>
          <p:nvPr/>
        </p:nvSpPr>
        <p:spPr>
          <a:xfrm>
            <a:off x="6916535" y="2024253"/>
            <a:ext cx="1764792" cy="962406"/>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7097096" y="2075688"/>
            <a:ext cx="73152" cy="914400"/>
          </a:xfrm>
          <a:prstGeom prst="rect">
            <a:avLst/>
          </a:prstGeom>
          <a:solidFill>
            <a:srgbClr val="00634A"/>
          </a:solidFill>
          <a:ln>
            <a:solidFill>
              <a:srgbClr val="006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236575" y="2065972"/>
            <a:ext cx="1371600" cy="329184"/>
          </a:xfrm>
          <a:prstGeom prst="rect">
            <a:avLst/>
          </a:prstGeom>
          <a:noFill/>
        </p:spPr>
        <p:txBody>
          <a:bodyPr wrap="square" lIns="27432" tIns="18288" rIns="27432" bIns="18288" anchor="t">
            <a:spAutoFit/>
          </a:bodyPr>
          <a:lstStyle/>
          <a:p>
            <a:pPr algn="l"/>
            <a:r>
              <a:rPr sz="2300" b="1" i="0" dirty="0">
                <a:solidFill>
                  <a:srgbClr val="00634A"/>
                </a:solidFill>
                <a:latin typeface="Arial"/>
              </a:rPr>
              <a:t>589M</a:t>
            </a:r>
          </a:p>
        </p:txBody>
      </p:sp>
      <p:sp>
        <p:nvSpPr>
          <p:cNvPr id="12" name="TextBox 11"/>
          <p:cNvSpPr txBox="1"/>
          <p:nvPr/>
        </p:nvSpPr>
        <p:spPr>
          <a:xfrm>
            <a:off x="7236575" y="2396488"/>
            <a:ext cx="1371600" cy="402335"/>
          </a:xfrm>
          <a:prstGeom prst="rect">
            <a:avLst/>
          </a:prstGeom>
          <a:noFill/>
        </p:spPr>
        <p:txBody>
          <a:bodyPr wrap="square" lIns="27432" tIns="18288" rIns="27432" bIns="18288" anchor="t">
            <a:spAutoFit/>
          </a:bodyPr>
          <a:lstStyle/>
          <a:p>
            <a:pPr algn="l"/>
            <a:r>
              <a:rPr sz="1050" b="0" i="0" dirty="0">
                <a:solidFill>
                  <a:srgbClr val="121212"/>
                </a:solidFill>
                <a:latin typeface="Arial"/>
              </a:rPr>
              <a:t>adults living with diabetes
in 2024</a:t>
            </a:r>
          </a:p>
        </p:txBody>
      </p:sp>
      <p:sp>
        <p:nvSpPr>
          <p:cNvPr id="13" name="Rounded Rectangle 12"/>
          <p:cNvSpPr/>
          <p:nvPr/>
        </p:nvSpPr>
        <p:spPr>
          <a:xfrm>
            <a:off x="6922008" y="3168634"/>
            <a:ext cx="1759319" cy="1043079"/>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7097096" y="3297313"/>
            <a:ext cx="73152" cy="914400"/>
          </a:xfrm>
          <a:prstGeom prst="rect">
            <a:avLst/>
          </a:prstGeom>
          <a:solidFill>
            <a:srgbClr val="FFCD00"/>
          </a:solidFill>
          <a:ln>
            <a:solidFill>
              <a:srgbClr val="FFC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236575" y="3254694"/>
            <a:ext cx="1444752" cy="329184"/>
          </a:xfrm>
          <a:prstGeom prst="rect">
            <a:avLst/>
          </a:prstGeom>
          <a:noFill/>
        </p:spPr>
        <p:txBody>
          <a:bodyPr wrap="square" lIns="27432" tIns="18288" rIns="27432" bIns="18288" anchor="t">
            <a:spAutoFit/>
          </a:bodyPr>
          <a:lstStyle/>
          <a:p>
            <a:pPr algn="l"/>
            <a:r>
              <a:rPr sz="2300" b="1" i="0" dirty="0">
                <a:solidFill>
                  <a:srgbClr val="FFCD00"/>
                </a:solidFill>
                <a:latin typeface="Arial"/>
              </a:rPr>
              <a:t>+290%</a:t>
            </a:r>
          </a:p>
        </p:txBody>
      </p:sp>
      <p:sp>
        <p:nvSpPr>
          <p:cNvPr id="16" name="TextBox 15"/>
          <p:cNvSpPr txBox="1"/>
          <p:nvPr/>
        </p:nvSpPr>
        <p:spPr>
          <a:xfrm>
            <a:off x="7236316" y="3661392"/>
            <a:ext cx="1346487" cy="360099"/>
          </a:xfrm>
          <a:prstGeom prst="rect">
            <a:avLst/>
          </a:prstGeom>
          <a:noFill/>
        </p:spPr>
        <p:txBody>
          <a:bodyPr wrap="square" lIns="27432" tIns="18288" rIns="27432" bIns="18288" anchor="t">
            <a:spAutoFit/>
          </a:bodyPr>
          <a:lstStyle/>
          <a:p>
            <a:pPr algn="l"/>
            <a:r>
              <a:rPr sz="1050" b="0" i="0" dirty="0">
                <a:solidFill>
                  <a:srgbClr val="121212"/>
                </a:solidFill>
                <a:latin typeface="Arial"/>
              </a:rPr>
              <a:t>observed increase in
screening population</a:t>
            </a:r>
          </a:p>
        </p:txBody>
      </p:sp>
      <p:pic>
        <p:nvPicPr>
          <p:cNvPr id="17" name="Picture 16" descr="diabetes_growth_chart.png"/>
          <p:cNvPicPr>
            <a:picLocks noChangeAspect="1"/>
          </p:cNvPicPr>
          <p:nvPr/>
        </p:nvPicPr>
        <p:blipFill>
          <a:blip r:embed="rId2"/>
          <a:stretch>
            <a:fillRect/>
          </a:stretch>
        </p:blipFill>
        <p:spPr>
          <a:xfrm>
            <a:off x="528113" y="2361462"/>
            <a:ext cx="5331355" cy="2253949"/>
          </a:xfrm>
          <a:prstGeom prst="rect">
            <a:avLst/>
          </a:prstGeom>
        </p:spPr>
      </p:pic>
      <p:sp>
        <p:nvSpPr>
          <p:cNvPr id="18" name="TextBox 17"/>
          <p:cNvSpPr txBox="1"/>
          <p:nvPr/>
        </p:nvSpPr>
        <p:spPr>
          <a:xfrm>
            <a:off x="3743567" y="989267"/>
            <a:ext cx="2286000" cy="228600"/>
          </a:xfrm>
          <a:prstGeom prst="rect">
            <a:avLst/>
          </a:prstGeom>
          <a:noFill/>
        </p:spPr>
        <p:txBody>
          <a:bodyPr wrap="square" lIns="27432" tIns="18288" rIns="27432" bIns="18288" anchor="t">
            <a:spAutoFit/>
          </a:bodyPr>
          <a:lstStyle/>
          <a:p>
            <a:pPr algn="l"/>
            <a:r>
              <a:rPr sz="1300" b="1" i="0" dirty="0">
                <a:solidFill>
                  <a:srgbClr val="3D5F84"/>
                </a:solidFill>
                <a:latin typeface="Arial"/>
              </a:rPr>
              <a:t>Observed growth over time</a:t>
            </a:r>
          </a:p>
        </p:txBody>
      </p:sp>
      <p:sp>
        <p:nvSpPr>
          <p:cNvPr id="19" name="TextBox 18"/>
          <p:cNvSpPr txBox="1"/>
          <p:nvPr/>
        </p:nvSpPr>
        <p:spPr>
          <a:xfrm>
            <a:off x="3743567" y="1243584"/>
            <a:ext cx="2240280" cy="731520"/>
          </a:xfrm>
          <a:prstGeom prst="rect">
            <a:avLst/>
          </a:prstGeom>
          <a:noFill/>
        </p:spPr>
        <p:txBody>
          <a:bodyPr wrap="square" lIns="27432" tIns="18288" rIns="27432" bIns="18288" anchor="t">
            <a:spAutoFit/>
          </a:bodyPr>
          <a:lstStyle/>
          <a:p>
            <a:pPr algn="l"/>
            <a:r>
              <a:rPr sz="1100" b="0" i="0" dirty="0">
                <a:solidFill>
                  <a:srgbClr val="121212"/>
                </a:solidFill>
                <a:latin typeface="Arial"/>
              </a:rPr>
              <a:t>More patients means more fundus images to grade - and more pressure for fast triage.</a:t>
            </a:r>
          </a:p>
        </p:txBody>
      </p:sp>
      <p:sp>
        <p:nvSpPr>
          <p:cNvPr id="21" name="TextBox 20">
            <a:extLst>
              <a:ext uri="{FF2B5EF4-FFF2-40B4-BE49-F238E27FC236}">
                <a16:creationId xmlns:a16="http://schemas.microsoft.com/office/drawing/2014/main" id="{130AF627-36D3-95EE-AFDE-3CCF0DD2912C}"/>
              </a:ext>
            </a:extLst>
          </p:cNvPr>
          <p:cNvSpPr txBox="1"/>
          <p:nvPr/>
        </p:nvSpPr>
        <p:spPr>
          <a:xfrm>
            <a:off x="8801100" y="4792436"/>
            <a:ext cx="342900" cy="261610"/>
          </a:xfrm>
          <a:prstGeom prst="rect">
            <a:avLst/>
          </a:prstGeom>
          <a:noFill/>
        </p:spPr>
        <p:txBody>
          <a:bodyPr wrap="square" rtlCol="0">
            <a:spAutoFit/>
          </a:bodyPr>
          <a:lstStyle/>
          <a:p>
            <a:r>
              <a:rPr lang="en-US" sz="1100" dirty="0"/>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Why Screening Needs Help</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The clinical pathway breaks down before an image is graded</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3</a:t>
            </a:r>
          </a:p>
        </p:txBody>
      </p:sp>
      <p:sp>
        <p:nvSpPr>
          <p:cNvPr id="201" name="Path 1"/>
          <p:cNvSpPr/>
          <p:nvPr/>
        </p:nvSpPr>
        <p:spPr>
          <a:xfrm>
            <a:off x="640080" y="1325880"/>
            <a:ext cx="1737360" cy="685800"/>
          </a:xfrm>
          <a:prstGeom prst="roundRect">
            <a:avLst/>
          </a:prstGeom>
          <a:solidFill>
            <a:srgbClr val="BCCFE4"/>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00" b="1">
                <a:solidFill>
                  <a:srgbClr val="121212"/>
                </a:solidFill>
                <a:latin typeface="Arial"/>
              </a:rPr>
              <a:t>Diabetes</a:t>
            </a:r>
          </a:p>
          <a:p>
            <a:pPr algn="ctr"/>
            <a:r>
              <a:rPr sz="1100" b="1">
                <a:solidFill>
                  <a:srgbClr val="121212"/>
                </a:solidFill>
                <a:latin typeface="Arial"/>
              </a:rPr>
              <a:t>patient</a:t>
            </a:r>
          </a:p>
        </p:txBody>
      </p:sp>
      <p:sp>
        <p:nvSpPr>
          <p:cNvPr id="202" name="Path arrow 1"/>
          <p:cNvSpPr/>
          <p:nvPr/>
        </p:nvSpPr>
        <p:spPr>
          <a:xfrm>
            <a:off x="2404872" y="1673352"/>
            <a:ext cx="219456" cy="0"/>
          </a:xfrm>
          <a:prstGeom prst="line">
            <a:avLst/>
          </a:prstGeom>
          <a:noFill/>
          <a:ln w="25400">
            <a:solidFill>
              <a:srgbClr val="555555"/>
            </a:solidFill>
            <a:prstDash val="solid"/>
            <a:tailEnd type="triangle"/>
          </a:ln>
        </p:spPr>
        <p:txBody>
          <a:bodyPr/>
          <a:lstStyle/>
          <a:p>
            <a:endParaRPr sz="1050"/>
          </a:p>
        </p:txBody>
      </p:sp>
      <p:sp>
        <p:nvSpPr>
          <p:cNvPr id="203" name="Path 2"/>
          <p:cNvSpPr/>
          <p:nvPr/>
        </p:nvSpPr>
        <p:spPr>
          <a:xfrm>
            <a:off x="2651760" y="1325880"/>
            <a:ext cx="1737360" cy="685800"/>
          </a:xfrm>
          <a:prstGeom prst="roundRect">
            <a:avLst/>
          </a:prstGeom>
          <a:solidFill>
            <a:srgbClr val="BCCFE4"/>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00" b="1">
                <a:solidFill>
                  <a:srgbClr val="121212"/>
                </a:solidFill>
                <a:latin typeface="Arial"/>
              </a:rPr>
              <a:t>Annual eye</a:t>
            </a:r>
          </a:p>
          <a:p>
            <a:pPr algn="ctr"/>
            <a:r>
              <a:rPr sz="1100" b="1">
                <a:solidFill>
                  <a:srgbClr val="121212"/>
                </a:solidFill>
                <a:latin typeface="Arial"/>
              </a:rPr>
              <a:t>exam / photo</a:t>
            </a:r>
          </a:p>
        </p:txBody>
      </p:sp>
      <p:sp>
        <p:nvSpPr>
          <p:cNvPr id="204" name="Path arrow 2"/>
          <p:cNvSpPr/>
          <p:nvPr/>
        </p:nvSpPr>
        <p:spPr>
          <a:xfrm>
            <a:off x="4416552" y="1673352"/>
            <a:ext cx="219456" cy="0"/>
          </a:xfrm>
          <a:prstGeom prst="line">
            <a:avLst/>
          </a:prstGeom>
          <a:noFill/>
          <a:ln w="25400">
            <a:solidFill>
              <a:srgbClr val="555555"/>
            </a:solidFill>
            <a:prstDash val="solid"/>
            <a:tailEnd type="triangle"/>
          </a:ln>
        </p:spPr>
        <p:txBody>
          <a:bodyPr/>
          <a:lstStyle/>
          <a:p>
            <a:endParaRPr sz="1050"/>
          </a:p>
        </p:txBody>
      </p:sp>
      <p:sp>
        <p:nvSpPr>
          <p:cNvPr id="205" name="Path 3"/>
          <p:cNvSpPr/>
          <p:nvPr/>
        </p:nvSpPr>
        <p:spPr>
          <a:xfrm>
            <a:off x="4663440" y="1325880"/>
            <a:ext cx="1737360" cy="685800"/>
          </a:xfrm>
          <a:prstGeom prst="roundRect">
            <a:avLst/>
          </a:prstGeom>
          <a:solidFill>
            <a:srgbClr val="BCCFE4"/>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00" b="1">
                <a:solidFill>
                  <a:srgbClr val="121212"/>
                </a:solidFill>
                <a:latin typeface="Arial"/>
              </a:rPr>
              <a:t>Human grading</a:t>
            </a:r>
          </a:p>
          <a:p>
            <a:pPr algn="ctr"/>
            <a:r>
              <a:rPr sz="1100" b="1">
                <a:solidFill>
                  <a:srgbClr val="121212"/>
                </a:solidFill>
                <a:latin typeface="Arial"/>
              </a:rPr>
              <a:t>queue</a:t>
            </a:r>
          </a:p>
        </p:txBody>
      </p:sp>
      <p:sp>
        <p:nvSpPr>
          <p:cNvPr id="206" name="Path arrow 3"/>
          <p:cNvSpPr/>
          <p:nvPr/>
        </p:nvSpPr>
        <p:spPr>
          <a:xfrm>
            <a:off x="6428231" y="1673352"/>
            <a:ext cx="219456" cy="0"/>
          </a:xfrm>
          <a:prstGeom prst="line">
            <a:avLst/>
          </a:prstGeom>
          <a:noFill/>
          <a:ln w="25400">
            <a:solidFill>
              <a:srgbClr val="555555"/>
            </a:solidFill>
            <a:prstDash val="solid"/>
            <a:tailEnd type="triangle"/>
          </a:ln>
        </p:spPr>
        <p:txBody>
          <a:bodyPr/>
          <a:lstStyle/>
          <a:p>
            <a:endParaRPr sz="1050"/>
          </a:p>
        </p:txBody>
      </p:sp>
      <p:sp>
        <p:nvSpPr>
          <p:cNvPr id="207" name="Path 4"/>
          <p:cNvSpPr/>
          <p:nvPr/>
        </p:nvSpPr>
        <p:spPr>
          <a:xfrm>
            <a:off x="6675120" y="1325880"/>
            <a:ext cx="1737360" cy="685800"/>
          </a:xfrm>
          <a:prstGeom prst="roundRect">
            <a:avLst/>
          </a:prstGeom>
          <a:solidFill>
            <a:srgbClr val="BCCFE4"/>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00" b="1">
                <a:solidFill>
                  <a:srgbClr val="121212"/>
                </a:solidFill>
                <a:latin typeface="Arial"/>
              </a:rPr>
              <a:t>Referral /</a:t>
            </a:r>
          </a:p>
          <a:p>
            <a:pPr algn="ctr"/>
            <a:r>
              <a:rPr sz="1100" b="1">
                <a:solidFill>
                  <a:srgbClr val="121212"/>
                </a:solidFill>
                <a:latin typeface="Arial"/>
              </a:rPr>
              <a:t>treatment</a:t>
            </a:r>
          </a:p>
        </p:txBody>
      </p:sp>
      <p:sp>
        <p:nvSpPr>
          <p:cNvPr id="208" name="Gap 1"/>
          <p:cNvSpPr/>
          <p:nvPr/>
        </p:nvSpPr>
        <p:spPr>
          <a:xfrm>
            <a:off x="502920" y="2331720"/>
            <a:ext cx="2606040" cy="1554480"/>
          </a:xfrm>
          <a:prstGeom prst="roundRect">
            <a:avLst/>
          </a:prstGeom>
          <a:solidFill>
            <a:srgbClr val="FFE9D9"/>
          </a:solidFill>
          <a:ln w="9525">
            <a:solidFill>
              <a:srgbClr val="EB683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200" b="1">
                <a:solidFill>
                  <a:srgbClr val="121212"/>
                </a:solidFill>
                <a:latin typeface="Arial"/>
              </a:rPr>
              <a:t>Coverage gap</a:t>
            </a:r>
          </a:p>
          <a:p>
            <a:pPr algn="l"/>
            <a:r>
              <a:rPr sz="1100" b="0">
                <a:solidFill>
                  <a:srgbClr val="3a3a3a"/>
                </a:solidFill>
                <a:latin typeface="Arial"/>
              </a:rPr>
              <a:t>60% do not get annual eye exams.</a:t>
            </a:r>
          </a:p>
        </p:txBody>
      </p:sp>
      <p:sp>
        <p:nvSpPr>
          <p:cNvPr id="209" name="Gap 2"/>
          <p:cNvSpPr/>
          <p:nvPr/>
        </p:nvSpPr>
        <p:spPr>
          <a:xfrm>
            <a:off x="3273552" y="2331720"/>
            <a:ext cx="2606040" cy="1554480"/>
          </a:xfrm>
          <a:prstGeom prst="roundRect">
            <a:avLst/>
          </a:prstGeom>
          <a:solidFill>
            <a:srgbClr val="FFE9D9"/>
          </a:solidFill>
          <a:ln w="9525">
            <a:solidFill>
              <a:srgbClr val="EB683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200" b="1">
                <a:solidFill>
                  <a:srgbClr val="121212"/>
                </a:solidFill>
                <a:latin typeface="Arial"/>
              </a:rPr>
              <a:t>Capacity gap</a:t>
            </a:r>
          </a:p>
          <a:p>
            <a:pPr algn="l"/>
            <a:r>
              <a:rPr sz="1100" b="0">
                <a:solidFill>
                  <a:srgbClr val="3a3a3a"/>
                </a:solidFill>
                <a:latin typeface="Arial"/>
              </a:rPr>
              <a:t>More images need more grading time and specialist review.</a:t>
            </a:r>
          </a:p>
        </p:txBody>
      </p:sp>
      <p:sp>
        <p:nvSpPr>
          <p:cNvPr id="210" name="Gap 3"/>
          <p:cNvSpPr/>
          <p:nvPr/>
        </p:nvSpPr>
        <p:spPr>
          <a:xfrm>
            <a:off x="6044183" y="2331720"/>
            <a:ext cx="2606040" cy="1554480"/>
          </a:xfrm>
          <a:prstGeom prst="roundRect">
            <a:avLst/>
          </a:prstGeom>
          <a:solidFill>
            <a:srgbClr val="FFE9D9"/>
          </a:solidFill>
          <a:ln w="9525">
            <a:solidFill>
              <a:srgbClr val="EB683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200" b="1">
                <a:solidFill>
                  <a:srgbClr val="121212"/>
                </a:solidFill>
                <a:latin typeface="Arial"/>
              </a:rPr>
              <a:t>Safety gap</a:t>
            </a:r>
          </a:p>
          <a:p>
            <a:pPr algn="l"/>
            <a:r>
              <a:rPr sz="1100" b="0">
                <a:solidFill>
                  <a:srgbClr val="3a3a3a"/>
                </a:solidFill>
                <a:latin typeface="Arial"/>
              </a:rPr>
              <a:t>Early disease often has no symptoms; late detection lets preventable vision loss progress.</a:t>
            </a:r>
          </a:p>
        </p:txBody>
      </p:sp>
      <p:sp>
        <p:nvSpPr>
          <p:cNvPr id="211" name="Banner"/>
          <p:cNvSpPr/>
          <p:nvPr/>
        </p:nvSpPr>
        <p:spPr>
          <a:xfrm>
            <a:off x="502920" y="4315968"/>
            <a:ext cx="8138160" cy="365760"/>
          </a:xfrm>
          <a:prstGeom prst="roundRect">
            <a:avLst/>
          </a:prstGeom>
          <a:solidFill>
            <a:srgbClr val="F2F5F8"/>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00" b="1">
                <a:solidFill>
                  <a:srgbClr val="121212"/>
                </a:solidFill>
                <a:latin typeface="Arial"/>
              </a:rPr>
              <a:t>Need: rapid, consistent triage immediately after fundus image capture.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What It Can Do</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A triage aid for the ophthalmologist, not a replacement</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4</a:t>
            </a:r>
          </a:p>
        </p:txBody>
      </p:sp>
      <p:pic>
        <p:nvPicPr>
          <p:cNvPr id="201" name="Chart 1" descr="Retinal fundus photograph"/>
          <p:cNvPicPr>
            <a:picLocks noChangeAspect="1"/>
          </p:cNvPicPr>
          <p:nvPr/>
        </p:nvPicPr>
        <p:blipFill>
          <a:blip r:embed="rIdImg1"/>
          <a:stretch>
            <a:fillRect/>
          </a:stretch>
        </p:blipFill>
        <p:spPr>
          <a:xfrm>
            <a:off x="502920" y="1463040"/>
            <a:ext cx="2194560" cy="1505102"/>
          </a:xfrm>
          <a:prstGeom prst="rect">
            <a:avLst/>
          </a:prstGeom>
        </p:spPr>
      </p:pic>
      <p:sp>
        <p:nvSpPr>
          <p:cNvPr id="202" name="Input label"/>
          <p:cNvSpPr/>
          <p:nvPr/>
        </p:nvSpPr>
        <p:spPr>
          <a:xfrm>
            <a:off x="502920" y="3017520"/>
            <a:ext cx="2194560" cy="365760"/>
          </a:xfrm>
          <a:prstGeom prst="roundRect">
            <a:avLst/>
          </a:prstGeom>
          <a:solidFill>
            <a:srgbClr val="FFFFFF"/>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00" b="1">
                <a:solidFill>
                  <a:srgbClr val="121212"/>
                </a:solidFill>
                <a:latin typeface="Arial"/>
              </a:rPr>
              <a:t>Fundus image</a:t>
            </a:r>
          </a:p>
        </p:txBody>
      </p:sp>
      <p:sp>
        <p:nvSpPr>
          <p:cNvPr id="203" name="Arrow 1"/>
          <p:cNvSpPr/>
          <p:nvPr/>
        </p:nvSpPr>
        <p:spPr>
          <a:xfrm>
            <a:off x="2788920" y="2286000"/>
            <a:ext cx="365760" cy="0"/>
          </a:xfrm>
          <a:prstGeom prst="line">
            <a:avLst/>
          </a:prstGeom>
          <a:noFill/>
          <a:ln w="25400">
            <a:solidFill>
              <a:srgbClr val="555555"/>
            </a:solidFill>
            <a:prstDash val="solid"/>
            <a:tailEnd type="triangle"/>
          </a:ln>
        </p:spPr>
        <p:txBody>
          <a:bodyPr/>
          <a:lstStyle/>
          <a:p>
            <a:endParaRPr sz="1050"/>
          </a:p>
        </p:txBody>
      </p:sp>
      <p:sp>
        <p:nvSpPr>
          <p:cNvPr id="204" name="Model"/>
          <p:cNvSpPr/>
          <p:nvPr/>
        </p:nvSpPr>
        <p:spPr>
          <a:xfrm>
            <a:off x="3246120" y="1600200"/>
            <a:ext cx="1737360" cy="1371600"/>
          </a:xfrm>
          <a:prstGeom prst="roundRect">
            <a:avLst/>
          </a:prstGeom>
          <a:solidFill>
            <a:srgbClr val="E3F2EA"/>
          </a:solidFill>
          <a:ln w="9525">
            <a:solidFill>
              <a:srgbClr val="1E7A5A"/>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200" b="1">
                <a:solidFill>
                  <a:srgbClr val="121212"/>
                </a:solidFill>
                <a:latin typeface="Arial"/>
              </a:rPr>
              <a:t>Early-DR model</a:t>
            </a:r>
          </a:p>
          <a:p>
            <a:pPr algn="ctr"/>
            <a:r>
              <a:rPr sz="1050" b="0">
                <a:solidFill>
                  <a:srgbClr val="3a3a3a"/>
                </a:solidFill>
                <a:latin typeface="Arial"/>
              </a:rPr>
              <a:t>EfficientNet-B0 with calibrated probabilities</a:t>
            </a:r>
          </a:p>
        </p:txBody>
      </p:sp>
      <p:sp>
        <p:nvSpPr>
          <p:cNvPr id="205" name="Arrow 2"/>
          <p:cNvSpPr/>
          <p:nvPr/>
        </p:nvSpPr>
        <p:spPr>
          <a:xfrm>
            <a:off x="5074920" y="2286000"/>
            <a:ext cx="365760" cy="0"/>
          </a:xfrm>
          <a:prstGeom prst="line">
            <a:avLst/>
          </a:prstGeom>
          <a:noFill/>
          <a:ln w="25400">
            <a:solidFill>
              <a:srgbClr val="555555"/>
            </a:solidFill>
            <a:prstDash val="solid"/>
            <a:tailEnd type="triangle"/>
          </a:ln>
        </p:spPr>
        <p:txBody>
          <a:bodyPr/>
          <a:lstStyle/>
          <a:p>
            <a:endParaRPr sz="1050"/>
          </a:p>
        </p:txBody>
      </p:sp>
      <p:sp>
        <p:nvSpPr>
          <p:cNvPr id="206" name="Output 1"/>
          <p:cNvSpPr/>
          <p:nvPr/>
        </p:nvSpPr>
        <p:spPr>
          <a:xfrm>
            <a:off x="5532120" y="1280160"/>
            <a:ext cx="3108960" cy="86868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150" b="1">
                <a:solidFill>
                  <a:srgbClr val="121212"/>
                </a:solidFill>
                <a:latin typeface="Arial"/>
              </a:rPr>
              <a:t>Early-DR flag</a:t>
            </a:r>
          </a:p>
          <a:p>
            <a:pPr algn="l"/>
            <a:r>
              <a:rPr sz="1050" b="0">
                <a:solidFill>
                  <a:srgbClr val="3a3a3a"/>
                </a:solidFill>
                <a:latin typeface="Arial"/>
              </a:rPr>
              <a:t>Grades 1-2 vs No DR at a fixed specificity</a:t>
            </a:r>
          </a:p>
        </p:txBody>
      </p:sp>
      <p:sp>
        <p:nvSpPr>
          <p:cNvPr id="207" name="Output 2"/>
          <p:cNvSpPr/>
          <p:nvPr/>
        </p:nvSpPr>
        <p:spPr>
          <a:xfrm>
            <a:off x="5532120" y="2240280"/>
            <a:ext cx="3108960" cy="86868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150" b="1">
                <a:solidFill>
                  <a:srgbClr val="121212"/>
                </a:solidFill>
                <a:latin typeface="Arial"/>
              </a:rPr>
              <a:t>Early vs late</a:t>
            </a:r>
          </a:p>
          <a:p>
            <a:pPr algn="l"/>
            <a:r>
              <a:rPr sz="1050" b="0">
                <a:solidFill>
                  <a:srgbClr val="3a3a3a"/>
                </a:solidFill>
                <a:latin typeface="Arial"/>
              </a:rPr>
              <a:t>Separates early from late disease to set priority</a:t>
            </a:r>
          </a:p>
        </p:txBody>
      </p:sp>
      <p:sp>
        <p:nvSpPr>
          <p:cNvPr id="208" name="Output 3"/>
          <p:cNvSpPr/>
          <p:nvPr/>
        </p:nvSpPr>
        <p:spPr>
          <a:xfrm>
            <a:off x="5532120" y="3200400"/>
            <a:ext cx="3108960" cy="86868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150" b="1">
                <a:solidFill>
                  <a:srgbClr val="121212"/>
                </a:solidFill>
                <a:latin typeface="Arial"/>
              </a:rPr>
              <a:t>Calibrated probability</a:t>
            </a:r>
          </a:p>
          <a:p>
            <a:pPr algn="l"/>
            <a:r>
              <a:rPr sz="1050" b="0">
                <a:solidFill>
                  <a:srgbClr val="3a3a3a"/>
                </a:solidFill>
                <a:latin typeface="Arial"/>
              </a:rPr>
              <a:t>A score clinicians can trust, tested on unseen datasets</a:t>
            </a:r>
          </a:p>
        </p:txBody>
      </p:sp>
      <p:sp>
        <p:nvSpPr>
          <p:cNvPr id="209" name="Banner"/>
          <p:cNvSpPr/>
          <p:nvPr/>
        </p:nvSpPr>
        <p:spPr>
          <a:xfrm>
            <a:off x="502920" y="4315968"/>
            <a:ext cx="8138160" cy="365760"/>
          </a:xfrm>
          <a:prstGeom prst="roundRect">
            <a:avLst/>
          </a:prstGeom>
          <a:solidFill>
            <a:srgbClr val="F2F5F8"/>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00" b="1">
                <a:solidFill>
                  <a:srgbClr val="121212"/>
                </a:solidFill>
                <a:latin typeface="Arial"/>
              </a:rPr>
              <a:t>The model supports the ophthalmologist: faster prioritization of high-risk images.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Early Results: The Merge Changes the Answer</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Held-out EyePACS patients, one frozen threshold, mean of 3 seeds</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5</a:t>
            </a:r>
          </a:p>
        </p:txBody>
      </p:sp>
      <p:pic>
        <p:nvPicPr>
          <p:cNvPr id="201" name="Chart 1" descr="Bar charts: EyePACS sensitivity and specificity for arms A, B and C"/>
          <p:cNvPicPr>
            <a:picLocks noChangeAspect="1"/>
          </p:cNvPicPr>
          <p:nvPr/>
        </p:nvPicPr>
        <p:blipFill>
          <a:blip r:embed="rIdImg1"/>
          <a:stretch>
            <a:fillRect/>
          </a:stretch>
        </p:blipFill>
        <p:spPr>
          <a:xfrm>
            <a:off x="457200" y="1261872"/>
            <a:ext cx="5120640" cy="2926080"/>
          </a:xfrm>
          <a:prstGeom prst="rect">
            <a:avLst/>
          </a:prstGeom>
        </p:spPr>
      </p:pic>
      <p:sp>
        <p:nvSpPr>
          <p:cNvPr id="202" name="Card 1"/>
          <p:cNvSpPr/>
          <p:nvPr/>
        </p:nvSpPr>
        <p:spPr>
          <a:xfrm>
            <a:off x="5760720" y="1261872"/>
            <a:ext cx="2926080" cy="932688"/>
          </a:xfrm>
          <a:prstGeom prst="roundRect">
            <a:avLst/>
          </a:prstGeom>
          <a:solidFill>
            <a:srgbClr val="FFE9D9"/>
          </a:solidFill>
          <a:ln w="9525">
            <a:solidFill>
              <a:srgbClr val="EB683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150" b="1">
                <a:solidFill>
                  <a:srgbClr val="121212"/>
                </a:solidFill>
                <a:latin typeface="Arial"/>
              </a:rPr>
              <a:t>Original merge (C): specificity 0.013</a:t>
            </a:r>
          </a:p>
          <a:p>
            <a:pPr algn="l"/>
            <a:r>
              <a:rPr sz="1050" b="0">
                <a:solidFill>
                  <a:srgbClr val="3a3a3a"/>
                </a:solidFill>
                <a:latin typeface="Arial"/>
              </a:rPr>
              <a:t>It flags 99% of healthy images as disease: it learned the source.</a:t>
            </a:r>
          </a:p>
        </p:txBody>
      </p:sp>
      <p:sp>
        <p:nvSpPr>
          <p:cNvPr id="203" name="Card 2"/>
          <p:cNvSpPr/>
          <p:nvPr/>
        </p:nvSpPr>
        <p:spPr>
          <a:xfrm>
            <a:off x="5760720" y="2286000"/>
            <a:ext cx="2926080" cy="932688"/>
          </a:xfrm>
          <a:prstGeom prst="roundRect">
            <a:avLst/>
          </a:prstGeom>
          <a:solidFill>
            <a:srgbClr val="E3F2EA"/>
          </a:solidFill>
          <a:ln w="9525">
            <a:solidFill>
              <a:srgbClr val="1E7A5A"/>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150" b="1">
                <a:solidFill>
                  <a:srgbClr val="121212"/>
                </a:solidFill>
                <a:latin typeface="Arial"/>
              </a:rPr>
              <a:t>Source-balanced (B): specificity 0.89</a:t>
            </a:r>
          </a:p>
          <a:p>
            <a:pPr algn="l"/>
            <a:r>
              <a:rPr sz="1050" b="0">
                <a:solidFill>
                  <a:srgbClr val="3a3a3a"/>
                </a:solidFill>
                <a:latin typeface="Arial"/>
              </a:rPr>
              <a:t>Close to the 0.90 target, with the same DDR sensitivity.</a:t>
            </a:r>
          </a:p>
        </p:txBody>
      </p:sp>
      <p:sp>
        <p:nvSpPr>
          <p:cNvPr id="204" name="Card 3"/>
          <p:cNvSpPr/>
          <p:nvPr/>
        </p:nvSpPr>
        <p:spPr>
          <a:xfrm>
            <a:off x="5760720" y="3310128"/>
            <a:ext cx="2926080" cy="932688"/>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150" b="1">
                <a:solidFill>
                  <a:srgbClr val="121212"/>
                </a:solidFill>
                <a:latin typeface="Arial"/>
              </a:rPr>
              <a:t>DDR only (A): specificity 0.39</a:t>
            </a:r>
          </a:p>
          <a:p>
            <a:pPr algn="l"/>
            <a:r>
              <a:rPr sz="1050" b="0">
                <a:solidFill>
                  <a:srgbClr val="3a3a3a"/>
                </a:solidFill>
                <a:latin typeface="Arial"/>
              </a:rPr>
              <a:t>The threshold set on DDR does not transfer.</a:t>
            </a:r>
          </a:p>
        </p:txBody>
      </p:sp>
      <p:sp>
        <p:nvSpPr>
          <p:cNvPr id="205" name="Banner"/>
          <p:cNvSpPr/>
          <p:nvPr/>
        </p:nvSpPr>
        <p:spPr>
          <a:xfrm>
            <a:off x="502920" y="4315968"/>
            <a:ext cx="8138160" cy="365760"/>
          </a:xfrm>
          <a:prstGeom prst="roundRect">
            <a:avLst/>
          </a:prstGeom>
          <a:solidFill>
            <a:srgbClr val="F2F5F8"/>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00" b="1">
                <a:solidFill>
                  <a:srgbClr val="121212"/>
                </a:solidFill>
                <a:latin typeface="Arial"/>
              </a:rPr>
              <a:t>Preliminary results from my own runs; more seeds and intervals are still to come.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Research Question</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What this project asks</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6</a:t>
            </a:r>
          </a:p>
        </p:txBody>
      </p:sp>
      <p:sp>
        <p:nvSpPr>
          <p:cNvPr id="201" name="Question"/>
          <p:cNvSpPr/>
          <p:nvPr/>
        </p:nvSpPr>
        <p:spPr>
          <a:xfrm>
            <a:off x="502920" y="1280160"/>
            <a:ext cx="8138160" cy="731520"/>
          </a:xfrm>
          <a:prstGeom prst="roundRect">
            <a:avLst/>
          </a:prstGeom>
          <a:solidFill>
            <a:srgbClr val="E4ECF6"/>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300" b="1">
                <a:solidFill>
                  <a:srgbClr val="121212"/>
                </a:solidFill>
                <a:latin typeface="Arial"/>
              </a:rPr>
              <a:t>Does merging datasets help early-DR detection, or does the model only learn which dataset an image came from?</a:t>
            </a:r>
          </a:p>
        </p:txBody>
      </p:sp>
      <p:sp>
        <p:nvSpPr>
          <p:cNvPr id="202" name="RQ1"/>
          <p:cNvSpPr/>
          <p:nvPr/>
        </p:nvSpPr>
        <p:spPr>
          <a:xfrm>
            <a:off x="502920" y="2148840"/>
            <a:ext cx="3977639" cy="1371600"/>
          </a:xfrm>
          <a:prstGeom prst="roundRect">
            <a:avLst/>
          </a:prstGeom>
          <a:solidFill>
            <a:srgbClr val="E3F2EA"/>
          </a:solidFill>
          <a:ln w="9525">
            <a:solidFill>
              <a:srgbClr val="1E7A5A"/>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200" b="1">
                <a:solidFill>
                  <a:srgbClr val="121212"/>
                </a:solidFill>
                <a:latin typeface="Arial"/>
              </a:rPr>
              <a:t>RQ1</a:t>
            </a:r>
          </a:p>
          <a:p>
            <a:pPr algn="l"/>
            <a:r>
              <a:rPr sz="1100" b="0">
                <a:solidFill>
                  <a:srgbClr val="3a3a3a"/>
                </a:solidFill>
                <a:latin typeface="Arial"/>
              </a:rPr>
              <a:t>Does adding EyePACS to DDR improve early-DR sensitivity at a fixed specificity on sources the model has not seen?</a:t>
            </a:r>
          </a:p>
        </p:txBody>
      </p:sp>
      <p:sp>
        <p:nvSpPr>
          <p:cNvPr id="203" name="RQ2"/>
          <p:cNvSpPr/>
          <p:nvPr/>
        </p:nvSpPr>
        <p:spPr>
          <a:xfrm>
            <a:off x="4663440" y="2148840"/>
            <a:ext cx="3977639" cy="1371600"/>
          </a:xfrm>
          <a:prstGeom prst="roundRect">
            <a:avLst/>
          </a:prstGeom>
          <a:solidFill>
            <a:srgbClr val="E3F2EA"/>
          </a:solidFill>
          <a:ln w="9525">
            <a:solidFill>
              <a:srgbClr val="1E7A5A"/>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200" b="1">
                <a:solidFill>
                  <a:srgbClr val="121212"/>
                </a:solidFill>
                <a:latin typeface="Arial"/>
              </a:rPr>
              <a:t>RQ2</a:t>
            </a:r>
          </a:p>
          <a:p>
            <a:pPr algn="l"/>
            <a:r>
              <a:rPr sz="1100" b="0">
                <a:solidFill>
                  <a:srgbClr val="3a3a3a"/>
                </a:solidFill>
                <a:latin typeface="Arial"/>
              </a:rPr>
              <a:t>Do calibrated probabilities and a threshold frozen on validation still hold on unseen data?</a:t>
            </a:r>
          </a:p>
        </p:txBody>
      </p:sp>
      <p:sp>
        <p:nvSpPr>
          <p:cNvPr id="204" name="Signal"/>
          <p:cNvSpPr/>
          <p:nvPr/>
        </p:nvSpPr>
        <p:spPr>
          <a:xfrm>
            <a:off x="502920" y="3657600"/>
            <a:ext cx="8138160" cy="54864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100" b="0">
                <a:solidFill>
                  <a:srgbClr val="3a3a3a"/>
                </a:solidFill>
                <a:latin typeface="Arial"/>
              </a:rPr>
              <a:t>Measure: sensitivity at specificity 0.90 for grades 1-2 vs No DR, on held-out EyePACS patients and APTOS.</a:t>
            </a:r>
          </a:p>
        </p:txBody>
      </p:sp>
      <p:sp>
        <p:nvSpPr>
          <p:cNvPr id="205" name="Banner"/>
          <p:cNvSpPr/>
          <p:nvPr/>
        </p:nvSpPr>
        <p:spPr>
          <a:xfrm>
            <a:off x="502920" y="4315968"/>
            <a:ext cx="8138160" cy="365760"/>
          </a:xfrm>
          <a:prstGeom prst="roundRect">
            <a:avLst/>
          </a:prstGeom>
          <a:solidFill>
            <a:srgbClr val="F2F5F8"/>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00" b="1">
                <a:solidFill>
                  <a:srgbClr val="121212"/>
                </a:solidFill>
                <a:latin typeface="Arial"/>
              </a:rPr>
              <a:t>Three data arms, one change at a time, with a negative control.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Relevant Works</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Data and methods this project builds on</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7</a:t>
            </a:r>
          </a:p>
        </p:txBody>
      </p:sp>
      <p:sp>
        <p:nvSpPr>
          <p:cNvPr id="201" name="H Work"/>
          <p:cNvSpPr/>
          <p:nvPr/>
        </p:nvSpPr>
        <p:spPr>
          <a:xfrm>
            <a:off x="502920" y="1280160"/>
            <a:ext cx="2377440" cy="292608"/>
          </a:xfrm>
          <a:prstGeom prst="roundRect">
            <a:avLst/>
          </a:prstGeom>
          <a:solidFill>
            <a:srgbClr val="3D5F84"/>
          </a:solidFill>
          <a:ln w="9525">
            <a:solidFill>
              <a:srgbClr val="3D5F8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1">
                <a:solidFill>
                  <a:srgbClr val="FFFFFF"/>
                </a:solidFill>
                <a:latin typeface="Arial"/>
              </a:rPr>
              <a:t>Work</a:t>
            </a:r>
          </a:p>
        </p:txBody>
      </p:sp>
      <p:sp>
        <p:nvSpPr>
          <p:cNvPr id="202" name="H What it provides"/>
          <p:cNvSpPr/>
          <p:nvPr/>
        </p:nvSpPr>
        <p:spPr>
          <a:xfrm>
            <a:off x="2971800" y="1280160"/>
            <a:ext cx="3108960" cy="292608"/>
          </a:xfrm>
          <a:prstGeom prst="roundRect">
            <a:avLst/>
          </a:prstGeom>
          <a:solidFill>
            <a:srgbClr val="3D5F84"/>
          </a:solidFill>
          <a:ln w="9525">
            <a:solidFill>
              <a:srgbClr val="3D5F8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1">
                <a:solidFill>
                  <a:srgbClr val="FFFFFF"/>
                </a:solidFill>
                <a:latin typeface="Arial"/>
              </a:rPr>
              <a:t>What it provides</a:t>
            </a:r>
          </a:p>
        </p:txBody>
      </p:sp>
      <p:sp>
        <p:nvSpPr>
          <p:cNvPr id="203" name="H Role in this project"/>
          <p:cNvSpPr/>
          <p:nvPr/>
        </p:nvSpPr>
        <p:spPr>
          <a:xfrm>
            <a:off x="6172200" y="1280160"/>
            <a:ext cx="2468880" cy="292608"/>
          </a:xfrm>
          <a:prstGeom prst="roundRect">
            <a:avLst/>
          </a:prstGeom>
          <a:solidFill>
            <a:srgbClr val="3D5F84"/>
          </a:solidFill>
          <a:ln w="9525">
            <a:solidFill>
              <a:srgbClr val="3D5F8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1">
                <a:solidFill>
                  <a:srgbClr val="FFFFFF"/>
                </a:solidFill>
                <a:latin typeface="Arial"/>
              </a:rPr>
              <a:t>Role in this project</a:t>
            </a:r>
          </a:p>
        </p:txBody>
      </p:sp>
      <p:sp>
        <p:nvSpPr>
          <p:cNvPr id="204" name="W00.55"/>
          <p:cNvSpPr/>
          <p:nvPr/>
        </p:nvSpPr>
        <p:spPr>
          <a:xfrm>
            <a:off x="502920" y="1627632"/>
            <a:ext cx="2377440" cy="4572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00" b="0">
                <a:solidFill>
                  <a:srgbClr val="3a3a3a"/>
                </a:solidFill>
                <a:latin typeface="Arial"/>
              </a:rPr>
              <a:t>Gulshan et al. (2016)</a:t>
            </a:r>
          </a:p>
        </p:txBody>
      </p:sp>
      <p:sp>
        <p:nvSpPr>
          <p:cNvPr id="205" name="W03.25"/>
          <p:cNvSpPr/>
          <p:nvPr/>
        </p:nvSpPr>
        <p:spPr>
          <a:xfrm>
            <a:off x="2971800" y="1627632"/>
            <a:ext cx="3108960" cy="4572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00" b="0">
                <a:solidFill>
                  <a:srgbClr val="3a3a3a"/>
                </a:solidFill>
                <a:latin typeface="Arial"/>
              </a:rPr>
              <a:t>Deep learning for referable DR (moderate or worse) on retinal images</a:t>
            </a:r>
          </a:p>
        </p:txBody>
      </p:sp>
      <p:sp>
        <p:nvSpPr>
          <p:cNvPr id="206" name="W06.75"/>
          <p:cNvSpPr/>
          <p:nvPr/>
        </p:nvSpPr>
        <p:spPr>
          <a:xfrm>
            <a:off x="6172200" y="1627632"/>
            <a:ext cx="2468880" cy="457200"/>
          </a:xfrm>
          <a:prstGeom prst="roundRect">
            <a:avLst/>
          </a:prstGeom>
          <a:solidFill>
            <a:srgbClr val="E3F2EA"/>
          </a:solidFill>
          <a:ln w="9525">
            <a:solidFill>
              <a:srgbClr val="1E7A5A"/>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00" b="0">
                <a:solidFill>
                  <a:srgbClr val="3a3a3a"/>
                </a:solidFill>
                <a:latin typeface="Arial"/>
              </a:rPr>
              <a:t>Reference point; I target early DR (grades 1-2)</a:t>
            </a:r>
          </a:p>
        </p:txBody>
      </p:sp>
      <p:sp>
        <p:nvSpPr>
          <p:cNvPr id="207" name="W10.55"/>
          <p:cNvSpPr/>
          <p:nvPr/>
        </p:nvSpPr>
        <p:spPr>
          <a:xfrm>
            <a:off x="502920" y="2121408"/>
            <a:ext cx="2377440" cy="4572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00" b="0">
                <a:solidFill>
                  <a:srgbClr val="3a3a3a"/>
                </a:solidFill>
                <a:latin typeface="Arial"/>
              </a:rPr>
              <a:t>Li et al. (2019), DDR</a:t>
            </a:r>
          </a:p>
        </p:txBody>
      </p:sp>
      <p:sp>
        <p:nvSpPr>
          <p:cNvPr id="208" name="W13.25"/>
          <p:cNvSpPr/>
          <p:nvPr/>
        </p:nvSpPr>
        <p:spPr>
          <a:xfrm>
            <a:off x="2971800" y="2121408"/>
            <a:ext cx="3108960" cy="4572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00" b="0">
                <a:solidFill>
                  <a:srgbClr val="3a3a3a"/>
                </a:solidFill>
                <a:latin typeface="Arial"/>
              </a:rPr>
              <a:t>Graded fundus image dataset (grades 0-4)</a:t>
            </a:r>
          </a:p>
        </p:txBody>
      </p:sp>
      <p:sp>
        <p:nvSpPr>
          <p:cNvPr id="209" name="W16.75"/>
          <p:cNvSpPr/>
          <p:nvPr/>
        </p:nvSpPr>
        <p:spPr>
          <a:xfrm>
            <a:off x="6172200" y="2121408"/>
            <a:ext cx="2468880" cy="457200"/>
          </a:xfrm>
          <a:prstGeom prst="roundRect">
            <a:avLst/>
          </a:prstGeom>
          <a:solidFill>
            <a:srgbClr val="E3F2EA"/>
          </a:solidFill>
          <a:ln w="9525">
            <a:solidFill>
              <a:srgbClr val="1E7A5A"/>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00" b="0">
                <a:solidFill>
                  <a:srgbClr val="3a3a3a"/>
                </a:solidFill>
                <a:latin typeface="Arial"/>
              </a:rPr>
              <a:t>Training source and internal test</a:t>
            </a:r>
          </a:p>
        </p:txBody>
      </p:sp>
      <p:sp>
        <p:nvSpPr>
          <p:cNvPr id="210" name="W20.55"/>
          <p:cNvSpPr/>
          <p:nvPr/>
        </p:nvSpPr>
        <p:spPr>
          <a:xfrm>
            <a:off x="502920" y="2615184"/>
            <a:ext cx="2377440" cy="4572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00" b="0">
                <a:solidFill>
                  <a:srgbClr val="3a3a3a"/>
                </a:solidFill>
                <a:latin typeface="Arial"/>
              </a:rPr>
              <a:t>Kaggle EyePACS (2015)</a:t>
            </a:r>
          </a:p>
        </p:txBody>
      </p:sp>
      <p:sp>
        <p:nvSpPr>
          <p:cNvPr id="211" name="W23.25"/>
          <p:cNvSpPr/>
          <p:nvPr/>
        </p:nvSpPr>
        <p:spPr>
          <a:xfrm>
            <a:off x="2971800" y="2615184"/>
            <a:ext cx="3108960" cy="4572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00" b="0">
                <a:solidFill>
                  <a:srgbClr val="3a3a3a"/>
                </a:solidFill>
                <a:latin typeface="Arial"/>
              </a:rPr>
              <a:t>Large graded fundus image set</a:t>
            </a:r>
          </a:p>
        </p:txBody>
      </p:sp>
      <p:sp>
        <p:nvSpPr>
          <p:cNvPr id="212" name="W26.75"/>
          <p:cNvSpPr/>
          <p:nvPr/>
        </p:nvSpPr>
        <p:spPr>
          <a:xfrm>
            <a:off x="6172200" y="2615184"/>
            <a:ext cx="2468880" cy="457200"/>
          </a:xfrm>
          <a:prstGeom prst="roundRect">
            <a:avLst/>
          </a:prstGeom>
          <a:solidFill>
            <a:srgbClr val="E3F2EA"/>
          </a:solidFill>
          <a:ln w="9525">
            <a:solidFill>
              <a:srgbClr val="1E7A5A"/>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00" b="0">
                <a:solidFill>
                  <a:srgbClr val="3a3a3a"/>
                </a:solidFill>
                <a:latin typeface="Arial"/>
              </a:rPr>
              <a:t>Second source; held-out patients as test</a:t>
            </a:r>
          </a:p>
        </p:txBody>
      </p:sp>
      <p:sp>
        <p:nvSpPr>
          <p:cNvPr id="213" name="W30.55"/>
          <p:cNvSpPr/>
          <p:nvPr/>
        </p:nvSpPr>
        <p:spPr>
          <a:xfrm>
            <a:off x="502920" y="3108960"/>
            <a:ext cx="2377440" cy="4572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00" b="0">
                <a:solidFill>
                  <a:srgbClr val="3a3a3a"/>
                </a:solidFill>
                <a:latin typeface="Arial"/>
              </a:rPr>
              <a:t>APTOS 2019</a:t>
            </a:r>
          </a:p>
        </p:txBody>
      </p:sp>
      <p:sp>
        <p:nvSpPr>
          <p:cNvPr id="214" name="W33.25"/>
          <p:cNvSpPr/>
          <p:nvPr/>
        </p:nvSpPr>
        <p:spPr>
          <a:xfrm>
            <a:off x="2971800" y="3108960"/>
            <a:ext cx="3108960" cy="4572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00" b="0">
                <a:solidFill>
                  <a:srgbClr val="3a3a3a"/>
                </a:solidFill>
                <a:latin typeface="Arial"/>
              </a:rPr>
              <a:t>Graded images from a separate source</a:t>
            </a:r>
          </a:p>
        </p:txBody>
      </p:sp>
      <p:sp>
        <p:nvSpPr>
          <p:cNvPr id="215" name="W36.75"/>
          <p:cNvSpPr/>
          <p:nvPr/>
        </p:nvSpPr>
        <p:spPr>
          <a:xfrm>
            <a:off x="6172200" y="3108960"/>
            <a:ext cx="2468880" cy="457200"/>
          </a:xfrm>
          <a:prstGeom prst="roundRect">
            <a:avLst/>
          </a:prstGeom>
          <a:solidFill>
            <a:srgbClr val="E3F2EA"/>
          </a:solidFill>
          <a:ln w="9525">
            <a:solidFill>
              <a:srgbClr val="1E7A5A"/>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00" b="0">
                <a:solidFill>
                  <a:srgbClr val="3a3a3a"/>
                </a:solidFill>
                <a:latin typeface="Arial"/>
              </a:rPr>
              <a:t>External test only, never trained on</a:t>
            </a:r>
          </a:p>
        </p:txBody>
      </p:sp>
      <p:sp>
        <p:nvSpPr>
          <p:cNvPr id="216" name="W40.55"/>
          <p:cNvSpPr/>
          <p:nvPr/>
        </p:nvSpPr>
        <p:spPr>
          <a:xfrm>
            <a:off x="502920" y="3602736"/>
            <a:ext cx="2377440" cy="4572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00" b="0">
                <a:solidFill>
                  <a:srgbClr val="3a3a3a"/>
                </a:solidFill>
                <a:latin typeface="Arial"/>
              </a:rPr>
              <a:t>Guo et al. (2017)</a:t>
            </a:r>
          </a:p>
        </p:txBody>
      </p:sp>
      <p:sp>
        <p:nvSpPr>
          <p:cNvPr id="217" name="W43.25"/>
          <p:cNvSpPr/>
          <p:nvPr/>
        </p:nvSpPr>
        <p:spPr>
          <a:xfrm>
            <a:off x="2971800" y="3602736"/>
            <a:ext cx="3108960" cy="4572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00" b="0">
                <a:solidFill>
                  <a:srgbClr val="3a3a3a"/>
                </a:solidFill>
                <a:latin typeface="Arial"/>
              </a:rPr>
              <a:t>Temperature scaling for calibrated outputs</a:t>
            </a:r>
          </a:p>
        </p:txBody>
      </p:sp>
      <p:sp>
        <p:nvSpPr>
          <p:cNvPr id="218" name="W46.75"/>
          <p:cNvSpPr/>
          <p:nvPr/>
        </p:nvSpPr>
        <p:spPr>
          <a:xfrm>
            <a:off x="6172200" y="3602736"/>
            <a:ext cx="2468880" cy="457200"/>
          </a:xfrm>
          <a:prstGeom prst="roundRect">
            <a:avLst/>
          </a:prstGeom>
          <a:solidFill>
            <a:srgbClr val="E3F2EA"/>
          </a:solidFill>
          <a:ln w="9525">
            <a:solidFill>
              <a:srgbClr val="1E7A5A"/>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00" b="0">
                <a:solidFill>
                  <a:srgbClr val="3a3a3a"/>
                </a:solidFill>
                <a:latin typeface="Arial"/>
              </a:rPr>
              <a:t>Used to calibrate probabilities</a:t>
            </a:r>
          </a:p>
        </p:txBody>
      </p:sp>
      <p:sp>
        <p:nvSpPr>
          <p:cNvPr id="219" name="Banner"/>
          <p:cNvSpPr/>
          <p:nvPr/>
        </p:nvSpPr>
        <p:spPr>
          <a:xfrm>
            <a:off x="502920" y="4315968"/>
            <a:ext cx="8138160" cy="365760"/>
          </a:xfrm>
          <a:prstGeom prst="roundRect">
            <a:avLst/>
          </a:prstGeom>
          <a:solidFill>
            <a:srgbClr val="F2F5F8"/>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00" b="1">
                <a:solidFill>
                  <a:srgbClr val="121212"/>
                </a:solidFill>
                <a:latin typeface="Arial"/>
              </a:rPr>
              <a:t>Still to do: a literature search for early-DR and merged-data studies.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How It Is Different</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Common practice as I understand it, to be checked in the literature review</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8</a:t>
            </a:r>
          </a:p>
        </p:txBody>
      </p:sp>
      <p:sp>
        <p:nvSpPr>
          <p:cNvPr id="201" name="H0"/>
          <p:cNvSpPr/>
          <p:nvPr/>
        </p:nvSpPr>
        <p:spPr>
          <a:xfrm>
            <a:off x="502920" y="1280160"/>
            <a:ext cx="1188720" cy="292608"/>
          </a:xfrm>
          <a:prstGeom prst="roundRect">
            <a:avLst/>
          </a:prstGeom>
          <a:solidFill>
            <a:srgbClr val="FFFFFF"/>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00" b="1">
                <a:solidFill>
                  <a:srgbClr val="121212"/>
                </a:solidFill>
                <a:latin typeface="Arial"/>
              </a:rPr>
              <a:t/>
            </a:r>
          </a:p>
        </p:txBody>
      </p:sp>
      <p:sp>
        <p:nvSpPr>
          <p:cNvPr id="202" name="H1"/>
          <p:cNvSpPr/>
          <p:nvPr/>
        </p:nvSpPr>
        <p:spPr>
          <a:xfrm>
            <a:off x="1783080" y="1280160"/>
            <a:ext cx="3246120" cy="292608"/>
          </a:xfrm>
          <a:prstGeom prst="roundRect">
            <a:avLst/>
          </a:prstGeom>
          <a:solidFill>
            <a:srgbClr val="3D5F84"/>
          </a:solidFill>
          <a:ln w="9525">
            <a:solidFill>
              <a:srgbClr val="3D5F8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1">
                <a:solidFill>
                  <a:srgbClr val="FFFFFF"/>
                </a:solidFill>
                <a:latin typeface="Arial"/>
              </a:rPr>
              <a:t>Common in existing work (to verify)</a:t>
            </a:r>
          </a:p>
        </p:txBody>
      </p:sp>
      <p:sp>
        <p:nvSpPr>
          <p:cNvPr id="203" name="H2"/>
          <p:cNvSpPr/>
          <p:nvPr/>
        </p:nvSpPr>
        <p:spPr>
          <a:xfrm>
            <a:off x="5120640" y="1280160"/>
            <a:ext cx="3566160" cy="292608"/>
          </a:xfrm>
          <a:prstGeom prst="roundRect">
            <a:avLst/>
          </a:prstGeom>
          <a:solidFill>
            <a:srgbClr val="1E7A5A"/>
          </a:solidFill>
          <a:ln w="9525">
            <a:solidFill>
              <a:srgbClr val="1E7A5A"/>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1">
                <a:solidFill>
                  <a:srgbClr val="FFFFFF"/>
                </a:solidFill>
                <a:latin typeface="Arial"/>
              </a:rPr>
              <a:t>This project</a:t>
            </a:r>
          </a:p>
        </p:txBody>
      </p:sp>
      <p:sp>
        <p:nvSpPr>
          <p:cNvPr id="204" name="L0"/>
          <p:cNvSpPr/>
          <p:nvPr/>
        </p:nvSpPr>
        <p:spPr>
          <a:xfrm>
            <a:off x="502920" y="1645920"/>
            <a:ext cx="1188720" cy="457200"/>
          </a:xfrm>
          <a:prstGeom prst="roundRect">
            <a:avLst/>
          </a:prstGeom>
          <a:solidFill>
            <a:srgbClr val="E4ECF6"/>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100" b="1">
                <a:solidFill>
                  <a:srgbClr val="121212"/>
                </a:solidFill>
                <a:latin typeface="Arial"/>
              </a:rPr>
              <a:t>Target</a:t>
            </a:r>
          </a:p>
        </p:txBody>
      </p:sp>
      <p:sp>
        <p:nvSpPr>
          <p:cNvPr id="205" name="C0"/>
          <p:cNvSpPr/>
          <p:nvPr/>
        </p:nvSpPr>
        <p:spPr>
          <a:xfrm>
            <a:off x="1783080" y="1645920"/>
            <a:ext cx="3246120" cy="4572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0">
                <a:solidFill>
                  <a:srgbClr val="3a3a3a"/>
                </a:solidFill>
                <a:latin typeface="Arial"/>
              </a:rPr>
              <a:t>Referable DR (moderate or worse)</a:t>
            </a:r>
          </a:p>
        </p:txBody>
      </p:sp>
      <p:sp>
        <p:nvSpPr>
          <p:cNvPr id="206" name="D0"/>
          <p:cNvSpPr/>
          <p:nvPr/>
        </p:nvSpPr>
        <p:spPr>
          <a:xfrm>
            <a:off x="5120640" y="1645920"/>
            <a:ext cx="3566160" cy="457200"/>
          </a:xfrm>
          <a:prstGeom prst="roundRect">
            <a:avLst/>
          </a:prstGeom>
          <a:solidFill>
            <a:srgbClr val="E3F2EA"/>
          </a:solidFill>
          <a:ln w="9525">
            <a:solidFill>
              <a:srgbClr val="1E7A5A"/>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0">
                <a:solidFill>
                  <a:srgbClr val="121212"/>
                </a:solidFill>
                <a:latin typeface="Arial"/>
              </a:rPr>
              <a:t>Early DR (grades 1-2) at a fixed specificity</a:t>
            </a:r>
          </a:p>
        </p:txBody>
      </p:sp>
      <p:sp>
        <p:nvSpPr>
          <p:cNvPr id="207" name="L1"/>
          <p:cNvSpPr/>
          <p:nvPr/>
        </p:nvSpPr>
        <p:spPr>
          <a:xfrm>
            <a:off x="502920" y="2167128"/>
            <a:ext cx="1188720" cy="457200"/>
          </a:xfrm>
          <a:prstGeom prst="roundRect">
            <a:avLst/>
          </a:prstGeom>
          <a:solidFill>
            <a:srgbClr val="E4ECF6"/>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100" b="1">
                <a:solidFill>
                  <a:srgbClr val="121212"/>
                </a:solidFill>
                <a:latin typeface="Arial"/>
              </a:rPr>
              <a:t>Data</a:t>
            </a:r>
          </a:p>
        </p:txBody>
      </p:sp>
      <p:sp>
        <p:nvSpPr>
          <p:cNvPr id="208" name="C1"/>
          <p:cNvSpPr/>
          <p:nvPr/>
        </p:nvSpPr>
        <p:spPr>
          <a:xfrm>
            <a:off x="1783080" y="2167128"/>
            <a:ext cx="3246120" cy="4572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0">
                <a:solidFill>
                  <a:srgbClr val="3a3a3a"/>
                </a:solidFill>
                <a:latin typeface="Arial"/>
              </a:rPr>
              <a:t>One dataset, or merged without testing the merge</a:t>
            </a:r>
          </a:p>
        </p:txBody>
      </p:sp>
      <p:sp>
        <p:nvSpPr>
          <p:cNvPr id="209" name="D1"/>
          <p:cNvSpPr/>
          <p:nvPr/>
        </p:nvSpPr>
        <p:spPr>
          <a:xfrm>
            <a:off x="5120640" y="2167128"/>
            <a:ext cx="3566160" cy="457200"/>
          </a:xfrm>
          <a:prstGeom prst="roundRect">
            <a:avLst/>
          </a:prstGeom>
          <a:solidFill>
            <a:srgbClr val="E3F2EA"/>
          </a:solidFill>
          <a:ln w="9525">
            <a:solidFill>
              <a:srgbClr val="1E7A5A"/>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0">
                <a:solidFill>
                  <a:srgbClr val="121212"/>
                </a:solidFill>
                <a:latin typeface="Arial"/>
              </a:rPr>
              <a:t>The merge is tested: DDR only, source-balanced, and the old merge as a control</a:t>
            </a:r>
          </a:p>
        </p:txBody>
      </p:sp>
      <p:sp>
        <p:nvSpPr>
          <p:cNvPr id="210" name="L2"/>
          <p:cNvSpPr/>
          <p:nvPr/>
        </p:nvSpPr>
        <p:spPr>
          <a:xfrm>
            <a:off x="502920" y="2688336"/>
            <a:ext cx="1188720" cy="457200"/>
          </a:xfrm>
          <a:prstGeom prst="roundRect">
            <a:avLst/>
          </a:prstGeom>
          <a:solidFill>
            <a:srgbClr val="E4ECF6"/>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100" b="1">
                <a:solidFill>
                  <a:srgbClr val="121212"/>
                </a:solidFill>
                <a:latin typeface="Arial"/>
              </a:rPr>
              <a:t>Imbalance</a:t>
            </a:r>
          </a:p>
        </p:txBody>
      </p:sp>
      <p:sp>
        <p:nvSpPr>
          <p:cNvPr id="211" name="C2"/>
          <p:cNvSpPr/>
          <p:nvPr/>
        </p:nvSpPr>
        <p:spPr>
          <a:xfrm>
            <a:off x="1783080" y="2688336"/>
            <a:ext cx="3246120" cy="4572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0">
                <a:solidFill>
                  <a:srgbClr val="3a3a3a"/>
                </a:solidFill>
                <a:latin typeface="Arial"/>
              </a:rPr>
              <a:t>A new method against a few baselines</a:t>
            </a:r>
          </a:p>
        </p:txBody>
      </p:sp>
      <p:sp>
        <p:nvSpPr>
          <p:cNvPr id="212" name="D2"/>
          <p:cNvSpPr/>
          <p:nvPr/>
        </p:nvSpPr>
        <p:spPr>
          <a:xfrm>
            <a:off x="5120640" y="2688336"/>
            <a:ext cx="3566160" cy="457200"/>
          </a:xfrm>
          <a:prstGeom prst="roundRect">
            <a:avLst/>
          </a:prstGeom>
          <a:solidFill>
            <a:srgbClr val="E3F2EA"/>
          </a:solidFill>
          <a:ln w="9525">
            <a:solidFill>
              <a:srgbClr val="1E7A5A"/>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0">
                <a:solidFill>
                  <a:srgbClr val="121212"/>
                </a:solidFill>
                <a:latin typeface="Arial"/>
              </a:rPr>
              <a:t>Sampler, loss and augmentation one at a time, with a control</a:t>
            </a:r>
          </a:p>
        </p:txBody>
      </p:sp>
      <p:sp>
        <p:nvSpPr>
          <p:cNvPr id="213" name="L3"/>
          <p:cNvSpPr/>
          <p:nvPr/>
        </p:nvSpPr>
        <p:spPr>
          <a:xfrm>
            <a:off x="502920" y="3209544"/>
            <a:ext cx="1188720" cy="457200"/>
          </a:xfrm>
          <a:prstGeom prst="roundRect">
            <a:avLst/>
          </a:prstGeom>
          <a:solidFill>
            <a:srgbClr val="E4ECF6"/>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100" b="1">
                <a:solidFill>
                  <a:srgbClr val="121212"/>
                </a:solidFill>
                <a:latin typeface="Arial"/>
              </a:rPr>
              <a:t>Transfer</a:t>
            </a:r>
          </a:p>
        </p:txBody>
      </p:sp>
      <p:sp>
        <p:nvSpPr>
          <p:cNvPr id="214" name="C3"/>
          <p:cNvSpPr/>
          <p:nvPr/>
        </p:nvSpPr>
        <p:spPr>
          <a:xfrm>
            <a:off x="1783080" y="3209544"/>
            <a:ext cx="3246120" cy="4572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0">
                <a:solidFill>
                  <a:srgbClr val="3a3a3a"/>
                </a:solidFill>
                <a:latin typeface="Arial"/>
              </a:rPr>
              <a:t>Internal splits or one external set</a:t>
            </a:r>
          </a:p>
        </p:txBody>
      </p:sp>
      <p:sp>
        <p:nvSpPr>
          <p:cNvPr id="215" name="D3"/>
          <p:cNvSpPr/>
          <p:nvPr/>
        </p:nvSpPr>
        <p:spPr>
          <a:xfrm>
            <a:off x="5120640" y="3209544"/>
            <a:ext cx="3566160" cy="457200"/>
          </a:xfrm>
          <a:prstGeom prst="roundRect">
            <a:avLst/>
          </a:prstGeom>
          <a:solidFill>
            <a:srgbClr val="E3F2EA"/>
          </a:solidFill>
          <a:ln w="9525">
            <a:solidFill>
              <a:srgbClr val="1E7A5A"/>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0">
                <a:solidFill>
                  <a:srgbClr val="121212"/>
                </a:solidFill>
                <a:latin typeface="Arial"/>
              </a:rPr>
              <a:t>Held-out EyePACS patients plus APTOS, reported per source</a:t>
            </a:r>
          </a:p>
        </p:txBody>
      </p:sp>
      <p:sp>
        <p:nvSpPr>
          <p:cNvPr id="216" name="L4"/>
          <p:cNvSpPr/>
          <p:nvPr/>
        </p:nvSpPr>
        <p:spPr>
          <a:xfrm>
            <a:off x="502920" y="3730752"/>
            <a:ext cx="1188720" cy="457200"/>
          </a:xfrm>
          <a:prstGeom prst="roundRect">
            <a:avLst/>
          </a:prstGeom>
          <a:solidFill>
            <a:srgbClr val="E4ECF6"/>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100" b="1">
                <a:solidFill>
                  <a:srgbClr val="121212"/>
                </a:solidFill>
                <a:latin typeface="Arial"/>
              </a:rPr>
              <a:t>Probabilities</a:t>
            </a:r>
          </a:p>
        </p:txBody>
      </p:sp>
      <p:sp>
        <p:nvSpPr>
          <p:cNvPr id="217" name="C4"/>
          <p:cNvSpPr/>
          <p:nvPr/>
        </p:nvSpPr>
        <p:spPr>
          <a:xfrm>
            <a:off x="1783080" y="3730752"/>
            <a:ext cx="3246120" cy="4572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0">
                <a:solidFill>
                  <a:srgbClr val="3a3a3a"/>
                </a:solidFill>
                <a:latin typeface="Arial"/>
              </a:rPr>
              <a:t>Accuracy or AUC</a:t>
            </a:r>
          </a:p>
        </p:txBody>
      </p:sp>
      <p:sp>
        <p:nvSpPr>
          <p:cNvPr id="218" name="D4"/>
          <p:cNvSpPr/>
          <p:nvPr/>
        </p:nvSpPr>
        <p:spPr>
          <a:xfrm>
            <a:off x="5120640" y="3730752"/>
            <a:ext cx="3566160" cy="457200"/>
          </a:xfrm>
          <a:prstGeom prst="roundRect">
            <a:avLst/>
          </a:prstGeom>
          <a:solidFill>
            <a:srgbClr val="E3F2EA"/>
          </a:solidFill>
          <a:ln w="9525">
            <a:solidFill>
              <a:srgbClr val="1E7A5A"/>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0">
                <a:solidFill>
                  <a:srgbClr val="121212"/>
                </a:solidFill>
                <a:latin typeface="Arial"/>
              </a:rPr>
              <a:t>Calibrated, prior-shift-corrected, with reliability curves</a:t>
            </a:r>
          </a:p>
        </p:txBody>
      </p:sp>
      <p:sp>
        <p:nvSpPr>
          <p:cNvPr id="219" name="Banner"/>
          <p:cNvSpPr/>
          <p:nvPr/>
        </p:nvSpPr>
        <p:spPr>
          <a:xfrm>
            <a:off x="502920" y="4315968"/>
            <a:ext cx="8138160" cy="365760"/>
          </a:xfrm>
          <a:prstGeom prst="roundRect">
            <a:avLst/>
          </a:prstGeom>
          <a:solidFill>
            <a:srgbClr val="F2F5F8"/>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00" b="1">
                <a:solidFill>
                  <a:srgbClr val="121212"/>
                </a:solidFill>
                <a:latin typeface="Arial"/>
              </a:rPr>
              <a:t>Not a new network: the value is the design and the evidence. Novelty claims wait for the literature search.</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Proposed Methods</a:t>
            </a:r>
          </a:p>
        </p:txBody>
      </p:sp>
      <p:sp>
        <p:nvSpPr>
          <p:cNvPr id="3" name="TextBox 2"/>
          <p:cNvSpPr txBox="1"/>
          <p:nvPr/>
        </p:nvSpPr>
        <p:spPr>
          <a:xfrm>
            <a:off x="566928" y="932688"/>
            <a:ext cx="5486400" cy="256032"/>
          </a:xfrm>
          <a:prstGeom prst="rect">
            <a:avLst/>
          </a:prstGeom>
          <a:noFill/>
        </p:spPr>
        <p:txBody>
          <a:bodyPr wrap="square" lIns="27432" tIns="18288" rIns="27432" bIns="18288" anchor="t">
            <a:spAutoFit/>
          </a:bodyPr>
          <a:lstStyle/>
          <a:p>
            <a:pPr algn="l"/>
            <a:r>
              <a:rPr sz="1480" b="1" i="0">
                <a:solidFill>
                  <a:srgbClr val="121212"/>
                </a:solidFill>
                <a:latin typeface="Arial"/>
              </a:rPr>
              <a:t>Three data arms, one change at a time</a:t>
            </a:r>
          </a:p>
        </p:txBody>
      </p:sp>
      <p:sp>
        <p:nvSpPr>
          <p:cNvPr id="4" name="TextBox 3"/>
          <p:cNvSpPr txBox="1"/>
          <p:nvPr/>
        </p:nvSpPr>
        <p:spPr>
          <a:xfrm>
            <a:off x="566928" y="1207008"/>
            <a:ext cx="7315200" cy="274320"/>
          </a:xfrm>
          <a:prstGeom prst="rect">
            <a:avLst/>
          </a:prstGeom>
          <a:noFill/>
        </p:spPr>
        <p:txBody>
          <a:bodyPr wrap="square" lIns="27432" tIns="18288" rIns="27432" bIns="18288" anchor="t">
            <a:spAutoFit/>
          </a:bodyPr>
          <a:lstStyle/>
          <a:p>
            <a:pPr algn="l"/>
            <a:r>
              <a:rPr sz="1120" b="0" i="0">
                <a:solidFill>
                  <a:srgbClr val="121212"/>
                </a:solidFill>
                <a:latin typeface="Arial"/>
              </a:rPr>
              <a:t>Same model, image size and epochs; frozen patient-level splits; test sets opened once.</a:t>
            </a:r>
          </a:p>
        </p:txBody>
      </p:sp>
      <p:sp>
        <p:nvSpPr>
          <p:cNvPr id="9" name="Rounded Rectangle 8"/>
          <p:cNvSpPr/>
          <p:nvPr/>
        </p:nvSpPr>
        <p:spPr>
          <a:xfrm>
            <a:off x="640080" y="1737360"/>
            <a:ext cx="1335024" cy="640080"/>
          </a:xfrm>
          <a:prstGeom prst="roundRect">
            <a:avLst/>
          </a:prstGeom>
          <a:solidFill>
            <a:srgbClr val="BCCFE4"/>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r>
              <a:rPr sz="880" b="1">
                <a:solidFill>
                  <a:srgbClr val="121212"/>
                </a:solidFill>
                <a:latin typeface="Arial"/>
              </a:rPr>
              <a:t>Data</a:t>
            </a:r>
            <a:br>
              <a:rPr sz="880" b="1">
                <a:solidFill>
                  <a:srgbClr val="121212"/>
                </a:solidFill>
                <a:latin typeface="Arial"/>
              </a:rPr>
            </a:br>
            <a:r>
              <a:rPr sz="880" b="1">
                <a:solidFill>
                  <a:srgbClr val="121212"/>
                </a:solidFill>
                <a:latin typeface="Arial"/>
              </a:rPr>
              <a:t>DDR, EyePACS, APTOS</a:t>
            </a:r>
          </a:p>
        </p:txBody>
      </p:sp>
      <p:sp>
        <p:nvSpPr>
          <p:cNvPr id="10" name="Rounded Rectangle 9"/>
          <p:cNvSpPr/>
          <p:nvPr/>
        </p:nvSpPr>
        <p:spPr>
          <a:xfrm>
            <a:off x="2249424" y="1737360"/>
            <a:ext cx="1335024" cy="640080"/>
          </a:xfrm>
          <a:prstGeom prst="roundRect">
            <a:avLst/>
          </a:prstGeom>
          <a:solidFill>
            <a:srgbClr val="BCCFE4"/>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r>
              <a:rPr sz="880" b="1">
                <a:solidFill>
                  <a:srgbClr val="121212"/>
                </a:solidFill>
                <a:latin typeface="Arial"/>
              </a:rPr>
              <a:t>Prepare</a:t>
            </a:r>
            <a:br>
              <a:rPr sz="880" b="1">
                <a:solidFill>
                  <a:srgbClr val="121212"/>
                </a:solidFill>
                <a:latin typeface="Arial"/>
              </a:rPr>
            </a:br>
            <a:r>
              <a:rPr sz="880" b="1">
                <a:solidFill>
                  <a:srgbClr val="121212"/>
                </a:solidFill>
                <a:latin typeface="Arial"/>
              </a:rPr>
              <a:t>Crop, pad, 512 px</a:t>
            </a:r>
          </a:p>
        </p:txBody>
      </p:sp>
      <p:sp>
        <p:nvSpPr>
          <p:cNvPr id="11" name="Rounded Rectangle 10"/>
          <p:cNvSpPr/>
          <p:nvPr/>
        </p:nvSpPr>
        <p:spPr>
          <a:xfrm>
            <a:off x="3858768" y="1737360"/>
            <a:ext cx="1335024" cy="640080"/>
          </a:xfrm>
          <a:prstGeom prst="roundRect">
            <a:avLst/>
          </a:prstGeom>
          <a:solidFill>
            <a:srgbClr val="BCCFE4"/>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r>
              <a:rPr sz="880" b="1">
                <a:solidFill>
                  <a:srgbClr val="121212"/>
                </a:solidFill>
                <a:latin typeface="Arial"/>
              </a:rPr>
              <a:t>Merge arms</a:t>
            </a:r>
            <a:br>
              <a:rPr sz="880" b="1">
                <a:solidFill>
                  <a:srgbClr val="121212"/>
                </a:solidFill>
                <a:latin typeface="Arial"/>
              </a:rPr>
            </a:br>
            <a:r>
              <a:rPr sz="880" b="1">
                <a:solidFill>
                  <a:srgbClr val="121212"/>
                </a:solidFill>
                <a:latin typeface="Arial"/>
              </a:rPr>
              <a:t>A, B, C</a:t>
            </a:r>
          </a:p>
        </p:txBody>
      </p:sp>
      <p:sp>
        <p:nvSpPr>
          <p:cNvPr id="12" name="Rounded Rectangle 11"/>
          <p:cNvSpPr/>
          <p:nvPr/>
        </p:nvSpPr>
        <p:spPr>
          <a:xfrm>
            <a:off x="5468112" y="1737360"/>
            <a:ext cx="1335024" cy="640080"/>
          </a:xfrm>
          <a:prstGeom prst="roundRect">
            <a:avLst/>
          </a:prstGeom>
          <a:solidFill>
            <a:srgbClr val="E0F1EB"/>
          </a:solidFill>
          <a:ln w="9525">
            <a:solidFill>
              <a:srgbClr val="00634A"/>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r>
              <a:rPr sz="880" b="1">
                <a:solidFill>
                  <a:srgbClr val="121212"/>
                </a:solidFill>
                <a:latin typeface="Arial"/>
              </a:rPr>
              <a:t>Model</a:t>
            </a:r>
            <a:br>
              <a:rPr sz="880" b="1">
                <a:solidFill>
                  <a:srgbClr val="121212"/>
                </a:solidFill>
                <a:latin typeface="Arial"/>
              </a:rPr>
            </a:br>
            <a:r>
              <a:rPr sz="880" b="1">
                <a:solidFill>
                  <a:srgbClr val="121212"/>
                </a:solidFill>
                <a:latin typeface="Arial"/>
              </a:rPr>
              <a:t>EfficientNet-B0</a:t>
            </a:r>
          </a:p>
        </p:txBody>
      </p:sp>
      <p:sp>
        <p:nvSpPr>
          <p:cNvPr id="13" name="Rounded Rectangle 12"/>
          <p:cNvSpPr/>
          <p:nvPr/>
        </p:nvSpPr>
        <p:spPr>
          <a:xfrm>
            <a:off x="7077456" y="1737360"/>
            <a:ext cx="1335024" cy="640080"/>
          </a:xfrm>
          <a:prstGeom prst="roundRect">
            <a:avLst/>
          </a:prstGeom>
          <a:solidFill>
            <a:srgbClr val="E0F1EB"/>
          </a:solidFill>
          <a:ln w="9525">
            <a:solidFill>
              <a:srgbClr val="00634A"/>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r>
              <a:rPr sz="880" b="1">
                <a:solidFill>
                  <a:srgbClr val="121212"/>
                </a:solidFill>
                <a:latin typeface="Arial"/>
              </a:rPr>
              <a:t>Output</a:t>
            </a:r>
            <a:br>
              <a:rPr sz="880" b="1">
                <a:solidFill>
                  <a:srgbClr val="121212"/>
                </a:solidFill>
                <a:latin typeface="Arial"/>
              </a:rPr>
            </a:br>
            <a:r>
              <a:rPr sz="880" b="1">
                <a:solidFill>
                  <a:srgbClr val="121212"/>
                </a:solidFill>
                <a:latin typeface="Arial"/>
              </a:rPr>
              <a:t>Calibrated, 95% CI</a:t>
            </a:r>
          </a:p>
        </p:txBody>
      </p:sp>
      <p:sp>
        <p:nvSpPr>
          <p:cNvPr id="14" name="TextBox 13"/>
          <p:cNvSpPr txBox="1"/>
          <p:nvPr/>
        </p:nvSpPr>
        <p:spPr>
          <a:xfrm>
            <a:off x="694944" y="2743200"/>
            <a:ext cx="2514600" cy="201168"/>
          </a:xfrm>
          <a:prstGeom prst="rect">
            <a:avLst/>
          </a:prstGeom>
          <a:noFill/>
        </p:spPr>
        <p:txBody>
          <a:bodyPr wrap="square" lIns="27432" tIns="18288" rIns="27432" bIns="18288" anchor="t">
            <a:spAutoFit/>
          </a:bodyPr>
          <a:lstStyle/>
          <a:p>
            <a:pPr algn="l"/>
            <a:r>
              <a:rPr sz="1220" b="1" i="0">
                <a:solidFill>
                  <a:srgbClr val="3D5F84"/>
                </a:solidFill>
                <a:latin typeface="Arial"/>
              </a:rPr>
              <a:t>Imbalance methods tested</a:t>
            </a:r>
          </a:p>
        </p:txBody>
      </p:sp>
      <p:sp>
        <p:nvSpPr>
          <p:cNvPr id="15" name="Rounded Rectangle 14"/>
          <p:cNvSpPr/>
          <p:nvPr/>
        </p:nvSpPr>
        <p:spPr>
          <a:xfrm>
            <a:off x="731520" y="3044952"/>
            <a:ext cx="1261872" cy="32004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r>
              <a:rPr sz="869" b="1">
                <a:solidFill>
                  <a:srgbClr val="121212"/>
                </a:solidFill>
                <a:latin typeface="Arial"/>
              </a:rPr>
              <a:t>Weighted sampler</a:t>
            </a:r>
          </a:p>
        </p:txBody>
      </p:sp>
      <p:sp>
        <p:nvSpPr>
          <p:cNvPr id="16" name="Rounded Rectangle 15"/>
          <p:cNvSpPr/>
          <p:nvPr/>
        </p:nvSpPr>
        <p:spPr>
          <a:xfrm>
            <a:off x="2130552" y="3044952"/>
            <a:ext cx="1261872" cy="32004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r>
              <a:rPr sz="869" b="1">
                <a:solidFill>
                  <a:srgbClr val="121212"/>
                </a:solidFill>
                <a:latin typeface="Arial"/>
              </a:rPr>
              <a:t>Class-balanced loss</a:t>
            </a:r>
          </a:p>
        </p:txBody>
      </p:sp>
      <p:sp>
        <p:nvSpPr>
          <p:cNvPr id="17" name="Rounded Rectangle 16"/>
          <p:cNvSpPr/>
          <p:nvPr/>
        </p:nvSpPr>
        <p:spPr>
          <a:xfrm>
            <a:off x="3529584" y="3044952"/>
            <a:ext cx="1261872" cy="32004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r>
              <a:rPr sz="869" b="1">
                <a:solidFill>
                  <a:srgbClr val="121212"/>
                </a:solidFill>
                <a:latin typeface="Arial"/>
              </a:rPr>
              <a:t>Focal loss</a:t>
            </a:r>
          </a:p>
        </p:txBody>
      </p:sp>
      <p:sp>
        <p:nvSpPr>
          <p:cNvPr id="18" name="Rounded Rectangle 17"/>
          <p:cNvSpPr/>
          <p:nvPr/>
        </p:nvSpPr>
        <p:spPr>
          <a:xfrm>
            <a:off x="731520" y="3483864"/>
            <a:ext cx="1261872" cy="32004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r>
              <a:rPr sz="869" b="1">
                <a:solidFill>
                  <a:srgbClr val="121212"/>
                </a:solidFill>
                <a:latin typeface="Arial"/>
              </a:rPr>
              <a:t>Strong augmentation</a:t>
            </a:r>
          </a:p>
        </p:txBody>
      </p:sp>
      <p:sp>
        <p:nvSpPr>
          <p:cNvPr id="19" name="Rounded Rectangle 18"/>
          <p:cNvSpPr/>
          <p:nvPr/>
        </p:nvSpPr>
        <p:spPr>
          <a:xfrm>
            <a:off x="2130552" y="3483864"/>
            <a:ext cx="1261872" cy="32004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r>
              <a:rPr sz="869" b="1">
                <a:solidFill>
                  <a:srgbClr val="121212"/>
                </a:solidFill>
                <a:latin typeface="Arial"/>
              </a:rPr>
              <a:t>Augmentation control</a:t>
            </a:r>
          </a:p>
        </p:txBody>
      </p:sp>
      <p:sp>
        <p:nvSpPr>
          <p:cNvPr id="20" name="TextBox 19"/>
          <p:cNvSpPr txBox="1"/>
          <p:nvPr/>
        </p:nvSpPr>
        <p:spPr>
          <a:xfrm>
            <a:off x="5010912" y="2743200"/>
            <a:ext cx="2926080" cy="201168"/>
          </a:xfrm>
          <a:prstGeom prst="rect">
            <a:avLst/>
          </a:prstGeom>
          <a:noFill/>
        </p:spPr>
        <p:txBody>
          <a:bodyPr wrap="square" lIns="27432" tIns="18288" rIns="27432" bIns="18288" anchor="t">
            <a:spAutoFit/>
          </a:bodyPr>
          <a:lstStyle/>
          <a:p>
            <a:pPr algn="l"/>
            <a:r>
              <a:rPr sz="1220" b="1" i="0">
                <a:solidFill>
                  <a:srgbClr val="3D5F84"/>
                </a:solidFill>
                <a:latin typeface="Arial"/>
              </a:rPr>
              <a:t>The three arms</a:t>
            </a:r>
          </a:p>
        </p:txBody>
      </p:sp>
      <p:sp>
        <p:nvSpPr>
          <p:cNvPr id="21" name="TextBox 20"/>
          <p:cNvSpPr txBox="1"/>
          <p:nvPr/>
        </p:nvSpPr>
        <p:spPr>
          <a:xfrm>
            <a:off x="5029200" y="2999232"/>
            <a:ext cx="3520440" cy="960120"/>
          </a:xfrm>
          <a:prstGeom prst="rect">
            <a:avLst/>
          </a:prstGeom>
          <a:noFill/>
        </p:spPr>
        <p:txBody>
          <a:bodyPr wrap="square" lIns="18288" tIns="18288" rIns="18288" bIns="18288">
            <a:spAutoFit/>
          </a:bodyPr>
          <a:lstStyle/>
          <a:p>
            <a:pPr algn="l">
              <a:lnSpc>
                <a:spcPct val="105000"/>
              </a:lnSpc>
              <a:spcAft>
                <a:spcPts val="400"/>
              </a:spcAft>
            </a:pPr>
            <a:r>
              <a:rPr sz="1000">
                <a:solidFill>
                  <a:srgbClr val="121212"/>
                </a:solidFill>
                <a:latin typeface="Arial"/>
              </a:rPr>
              <a:t>• A: DDR only (clean baseline)</a:t>
            </a:r>
          </a:p>
          <a:p>
            <a:pPr algn="l">
              <a:lnSpc>
                <a:spcPct val="105000"/>
              </a:lnSpc>
              <a:spcAft>
                <a:spcPts val="400"/>
              </a:spcAft>
            </a:pPr>
            <a:r>
              <a:rPr sz="1000">
                <a:solidFill>
                  <a:srgbClr val="121212"/>
                </a:solidFill>
                <a:latin typeface="Arial"/>
              </a:rPr>
              <a:t>• B: DDR + EyePACS, source-balanced</a:t>
            </a:r>
          </a:p>
          <a:p>
            <a:pPr algn="l">
              <a:lnSpc>
                <a:spcPct val="105000"/>
              </a:lnSpc>
              <a:spcAft>
                <a:spcPts val="400"/>
              </a:spcAft>
            </a:pPr>
            <a:r>
              <a:rPr sz="1000">
                <a:solidFill>
                  <a:srgbClr val="121212"/>
                </a:solidFill>
                <a:latin typeface="Arial"/>
              </a:rPr>
              <a:t>• C: version 1 merge (negative control)</a:t>
            </a:r>
          </a:p>
          <a:p>
            <a:pPr algn="l">
              <a:lnSpc>
                <a:spcPct val="105000"/>
              </a:lnSpc>
              <a:spcAft>
                <a:spcPts val="400"/>
              </a:spcAft>
            </a:pPr>
            <a:r>
              <a:rPr sz="1000">
                <a:solidFill>
                  <a:srgbClr val="121212"/>
                </a:solidFill>
                <a:latin typeface="Arial"/>
              </a:rPr>
              <a:t>• C wins on its own test but not on APTOS = it learned the source</a:t>
            </a:r>
          </a:p>
        </p:txBody>
      </p:sp>
      <p:sp>
        <p:nvSpPr>
          <p:cNvPr id="22" name="Rounded Rectangle 21"/>
          <p:cNvSpPr/>
          <p:nvPr/>
        </p:nvSpPr>
        <p:spPr>
          <a:xfrm>
            <a:off x="1097280" y="4160520"/>
            <a:ext cx="6903720" cy="329184"/>
          </a:xfrm>
          <a:prstGeom prst="roundRect">
            <a:avLst/>
          </a:prstGeom>
          <a:solidFill>
            <a:srgbClr val="F2F5F8"/>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r>
              <a:rPr sz="980" b="1">
                <a:solidFill>
                  <a:srgbClr val="121212"/>
                </a:solidFill>
                <a:latin typeface="Arial"/>
              </a:rPr>
              <a:t>Not a new network: the value is the design, the controls and the evidence.</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9</a:t>
            </a:r>
          </a:p>
        </p:txBody>
      </p:sp>
      <p:sp>
        <p:nvSpPr>
          <p:cNvPr id="27" name="Shape 8">
            <a:extLst>
              <a:ext uri="{FF2B5EF4-FFF2-40B4-BE49-F238E27FC236}">
                <a16:creationId xmlns:a16="http://schemas.microsoft.com/office/drawing/2014/main" id="{D3022105-94A7-5198-D6E2-77CC59383713}"/>
              </a:ext>
            </a:extLst>
          </p:cNvPr>
          <p:cNvSpPr/>
          <p:nvPr/>
        </p:nvSpPr>
        <p:spPr>
          <a:xfrm flipV="1">
            <a:off x="2059718" y="2057015"/>
            <a:ext cx="141667" cy="0"/>
          </a:xfrm>
          <a:prstGeom prst="line">
            <a:avLst/>
          </a:prstGeom>
          <a:noFill/>
          <a:ln w="25400">
            <a:solidFill>
              <a:srgbClr val="555555"/>
            </a:solidFill>
            <a:prstDash val="solid"/>
            <a:tailEnd type="triangle"/>
          </a:ln>
        </p:spPr>
        <p:txBody>
          <a:bodyPr/>
          <a:lstStyle/>
          <a:p>
            <a:endParaRPr sz="1050"/>
          </a:p>
        </p:txBody>
      </p:sp>
      <p:sp>
        <p:nvSpPr>
          <p:cNvPr id="29" name="Shape 8">
            <a:extLst>
              <a:ext uri="{FF2B5EF4-FFF2-40B4-BE49-F238E27FC236}">
                <a16:creationId xmlns:a16="http://schemas.microsoft.com/office/drawing/2014/main" id="{582591C4-F68D-4A15-B6B9-5FEB08D109EA}"/>
              </a:ext>
            </a:extLst>
          </p:cNvPr>
          <p:cNvSpPr/>
          <p:nvPr/>
        </p:nvSpPr>
        <p:spPr>
          <a:xfrm flipV="1">
            <a:off x="3660991" y="2074875"/>
            <a:ext cx="141667" cy="0"/>
          </a:xfrm>
          <a:prstGeom prst="line">
            <a:avLst/>
          </a:prstGeom>
          <a:noFill/>
          <a:ln w="25400">
            <a:solidFill>
              <a:srgbClr val="555555"/>
            </a:solidFill>
            <a:prstDash val="solid"/>
            <a:tailEnd type="triangle"/>
          </a:ln>
        </p:spPr>
        <p:txBody>
          <a:bodyPr/>
          <a:lstStyle/>
          <a:p>
            <a:endParaRPr sz="1050"/>
          </a:p>
        </p:txBody>
      </p:sp>
      <p:sp>
        <p:nvSpPr>
          <p:cNvPr id="31" name="Shape 8">
            <a:extLst>
              <a:ext uri="{FF2B5EF4-FFF2-40B4-BE49-F238E27FC236}">
                <a16:creationId xmlns:a16="http://schemas.microsoft.com/office/drawing/2014/main" id="{856019FD-6159-C16E-82A6-31C9B8A4135D}"/>
              </a:ext>
            </a:extLst>
          </p:cNvPr>
          <p:cNvSpPr/>
          <p:nvPr/>
        </p:nvSpPr>
        <p:spPr>
          <a:xfrm flipV="1">
            <a:off x="5262264" y="2074875"/>
            <a:ext cx="141667" cy="0"/>
          </a:xfrm>
          <a:prstGeom prst="line">
            <a:avLst/>
          </a:prstGeom>
          <a:noFill/>
          <a:ln w="25400">
            <a:solidFill>
              <a:srgbClr val="555555"/>
            </a:solidFill>
            <a:prstDash val="solid"/>
            <a:tailEnd type="triangle"/>
          </a:ln>
        </p:spPr>
        <p:txBody>
          <a:bodyPr/>
          <a:lstStyle/>
          <a:p>
            <a:endParaRPr sz="1050"/>
          </a:p>
        </p:txBody>
      </p:sp>
      <p:sp>
        <p:nvSpPr>
          <p:cNvPr id="33" name="Shape 8">
            <a:extLst>
              <a:ext uri="{FF2B5EF4-FFF2-40B4-BE49-F238E27FC236}">
                <a16:creationId xmlns:a16="http://schemas.microsoft.com/office/drawing/2014/main" id="{6B13386C-625D-A28B-390E-14BA0411E195}"/>
              </a:ext>
            </a:extLst>
          </p:cNvPr>
          <p:cNvSpPr/>
          <p:nvPr/>
        </p:nvSpPr>
        <p:spPr>
          <a:xfrm flipV="1">
            <a:off x="6876416" y="2059850"/>
            <a:ext cx="141667" cy="0"/>
          </a:xfrm>
          <a:prstGeom prst="line">
            <a:avLst/>
          </a:prstGeom>
          <a:noFill/>
          <a:ln w="25400">
            <a:solidFill>
              <a:srgbClr val="555555"/>
            </a:solidFill>
            <a:prstDash val="solid"/>
            <a:tailEnd type="triangle"/>
          </a:ln>
        </p:spPr>
        <p:txBody>
          <a:bodyPr/>
          <a:lstStyle/>
          <a:p>
            <a:endParaRPr sz="105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Complete Model Architecture</a:t>
            </a:r>
          </a:p>
        </p:txBody>
      </p:sp>
      <p:sp>
        <p:nvSpPr>
          <p:cNvPr id="3" name="TextBox 2"/>
          <p:cNvSpPr txBox="1"/>
          <p:nvPr/>
        </p:nvSpPr>
        <p:spPr>
          <a:xfrm>
            <a:off x="566928" y="932688"/>
            <a:ext cx="5486400" cy="256032"/>
          </a:xfrm>
          <a:prstGeom prst="rect">
            <a:avLst/>
          </a:prstGeom>
          <a:noFill/>
        </p:spPr>
        <p:txBody>
          <a:bodyPr wrap="square" lIns="27432" tIns="18288" rIns="27432" bIns="18288" anchor="t">
            <a:spAutoFit/>
          </a:bodyPr>
          <a:lstStyle/>
          <a:p>
            <a:pPr algn="l"/>
            <a:r>
              <a:rPr sz="1480" b="1" i="0">
                <a:solidFill>
                  <a:srgbClr val="121212"/>
                </a:solidFill>
                <a:latin typeface="Arial"/>
              </a:rPr>
              <a:t>From fundus image to a calibrated early-DR flag</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10</a:t>
            </a:r>
          </a:p>
        </p:txBody>
      </p:sp>
      <p:sp>
        <p:nvSpPr>
          <p:cNvPr id="101" name="Label train"/>
          <p:cNvSpPr txBox="1"/>
          <p:nvPr/>
        </p:nvSpPr>
        <p:spPr>
          <a:xfrm>
            <a:off x="502920" y="1188720"/>
            <a:ext cx="5486400" cy="201168"/>
          </a:xfrm>
          <a:prstGeom prst="rect">
            <a:avLst/>
          </a:prstGeom>
          <a:noFill/>
        </p:spPr>
        <p:txBody>
          <a:bodyPr wrap="square" lIns="27432" tIns="18288" rIns="27432" bIns="18288" anchor="t">
            <a:spAutoFit/>
          </a:bodyPr>
          <a:lstStyle/>
          <a:p>
            <a:pPr algn="l"/>
            <a:r>
              <a:rPr sz="950" b="1">
                <a:solidFill>
                  <a:srgbClr val="1E7A5A"/>
                </a:solidFill>
                <a:latin typeface="Arial"/>
              </a:rPr>
              <a:t>TRAIN: one model per arm, task and seed</a:t>
            </a:r>
          </a:p>
        </p:txBody>
      </p:sp>
      <p:sp>
        <p:nvSpPr>
          <p:cNvPr id="102" name="Train 1"/>
          <p:cNvSpPr/>
          <p:nvPr/>
        </p:nvSpPr>
        <p:spPr>
          <a:xfrm>
            <a:off x="502920" y="1481328"/>
            <a:ext cx="1216152" cy="914400"/>
          </a:xfrm>
          <a:prstGeom prst="roundRect">
            <a:avLst/>
          </a:prstGeom>
          <a:solidFill>
            <a:srgbClr val="BCCFE4"/>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r>
              <a:rPr sz="1000" b="1">
                <a:solidFill>
                  <a:srgbClr val="121212"/>
                </a:solidFill>
                <a:latin typeface="Arial"/>
              </a:rPr>
              <a:t>Fundus image</a:t>
            </a:r>
          </a:p>
          <a:p>
            <a:pPr algn="ctr"/>
            <a:r>
              <a:rPr sz="800" b="0">
                <a:solidFill>
                  <a:srgbClr val="2B2B2B"/>
                </a:solidFill>
                <a:latin typeface="Arial"/>
              </a:rPr>
              <a:t>DDR, EyePACS, APTOS; frozen patient-level splits</a:t>
            </a:r>
          </a:p>
        </p:txBody>
      </p:sp>
      <p:sp>
        <p:nvSpPr>
          <p:cNvPr id="103" name="Arrow 1"/>
          <p:cNvSpPr/>
          <p:nvPr/>
        </p:nvSpPr>
        <p:spPr>
          <a:xfrm>
            <a:off x="1746504" y="1938528"/>
            <a:ext cx="128016" cy="0"/>
          </a:xfrm>
          <a:prstGeom prst="line">
            <a:avLst/>
          </a:prstGeom>
          <a:noFill/>
          <a:ln w="25400">
            <a:solidFill>
              <a:srgbClr val="555555"/>
            </a:solidFill>
            <a:prstDash val="solid"/>
            <a:tailEnd type="triangle"/>
          </a:ln>
        </p:spPr>
        <p:txBody>
          <a:bodyPr/>
          <a:lstStyle/>
          <a:p>
            <a:endParaRPr sz="1050"/>
          </a:p>
        </p:txBody>
      </p:sp>
      <p:sp>
        <p:nvSpPr>
          <p:cNvPr id="104" name="Train 2"/>
          <p:cNvSpPr/>
          <p:nvPr/>
        </p:nvSpPr>
        <p:spPr>
          <a:xfrm>
            <a:off x="1901952" y="1481328"/>
            <a:ext cx="1216152" cy="914400"/>
          </a:xfrm>
          <a:prstGeom prst="roundRect">
            <a:avLst/>
          </a:prstGeom>
          <a:solidFill>
            <a:srgbClr val="BCCFE4"/>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r>
              <a:rPr sz="1000" b="1">
                <a:solidFill>
                  <a:srgbClr val="121212"/>
                </a:solidFill>
                <a:latin typeface="Arial"/>
              </a:rPr>
              <a:t>Preprocess</a:t>
            </a:r>
          </a:p>
          <a:p>
            <a:pPr algn="ctr"/>
            <a:r>
              <a:rPr sz="800" b="0">
                <a:solidFill>
                  <a:srgbClr val="2B2B2B"/>
                </a:solidFill>
                <a:latin typeface="Arial"/>
              </a:rPr>
              <a:t>Crop border, pad to square, resize to 512 px (colour norm optional)</a:t>
            </a:r>
          </a:p>
        </p:txBody>
      </p:sp>
      <p:sp>
        <p:nvSpPr>
          <p:cNvPr id="105" name="Arrow 2"/>
          <p:cNvSpPr/>
          <p:nvPr/>
        </p:nvSpPr>
        <p:spPr>
          <a:xfrm>
            <a:off x="3145536" y="1938528"/>
            <a:ext cx="128016" cy="0"/>
          </a:xfrm>
          <a:prstGeom prst="line">
            <a:avLst/>
          </a:prstGeom>
          <a:noFill/>
          <a:ln w="25400">
            <a:solidFill>
              <a:srgbClr val="555555"/>
            </a:solidFill>
            <a:prstDash val="solid"/>
            <a:tailEnd type="triangle"/>
          </a:ln>
        </p:spPr>
        <p:txBody>
          <a:bodyPr/>
          <a:lstStyle/>
          <a:p>
            <a:endParaRPr sz="1050"/>
          </a:p>
        </p:txBody>
      </p:sp>
      <p:sp>
        <p:nvSpPr>
          <p:cNvPr id="106" name="Train 3"/>
          <p:cNvSpPr/>
          <p:nvPr/>
        </p:nvSpPr>
        <p:spPr>
          <a:xfrm>
            <a:off x="3300984" y="1481328"/>
            <a:ext cx="1216152" cy="9144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r>
              <a:rPr sz="1000" b="1">
                <a:solidFill>
                  <a:srgbClr val="121212"/>
                </a:solidFill>
                <a:latin typeface="Arial"/>
              </a:rPr>
              <a:t>Sampler + augment</a:t>
            </a:r>
          </a:p>
          <a:p>
            <a:pPr algn="ctr"/>
            <a:r>
              <a:rPr sz="800" b="0">
                <a:solidFill>
                  <a:srgbClr val="2B2B2B"/>
                </a:solidFill>
                <a:latin typeface="Arial"/>
              </a:rPr>
              <a:t>Arm B: source-balanced. Weighted, class-aware or repeat-factor. Mild or strong</a:t>
            </a:r>
          </a:p>
        </p:txBody>
      </p:sp>
      <p:sp>
        <p:nvSpPr>
          <p:cNvPr id="107" name="Arrow 3"/>
          <p:cNvSpPr/>
          <p:nvPr/>
        </p:nvSpPr>
        <p:spPr>
          <a:xfrm>
            <a:off x="4544568" y="1938528"/>
            <a:ext cx="128016" cy="0"/>
          </a:xfrm>
          <a:prstGeom prst="line">
            <a:avLst/>
          </a:prstGeom>
          <a:noFill/>
          <a:ln w="25400">
            <a:solidFill>
              <a:srgbClr val="555555"/>
            </a:solidFill>
            <a:prstDash val="solid"/>
            <a:tailEnd type="triangle"/>
          </a:ln>
        </p:spPr>
        <p:txBody>
          <a:bodyPr/>
          <a:lstStyle/>
          <a:p>
            <a:endParaRPr sz="1050"/>
          </a:p>
        </p:txBody>
      </p:sp>
      <p:sp>
        <p:nvSpPr>
          <p:cNvPr id="108" name="Train 4"/>
          <p:cNvSpPr/>
          <p:nvPr/>
        </p:nvSpPr>
        <p:spPr>
          <a:xfrm>
            <a:off x="4700016" y="1481328"/>
            <a:ext cx="1216152" cy="914400"/>
          </a:xfrm>
          <a:prstGeom prst="roundRect">
            <a:avLst/>
          </a:prstGeom>
          <a:solidFill>
            <a:srgbClr val="E3F2EA"/>
          </a:solidFill>
          <a:ln w="9525">
            <a:solidFill>
              <a:srgbClr val="1E7A5A"/>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r>
              <a:rPr sz="1000" b="1">
                <a:solidFill>
                  <a:srgbClr val="121212"/>
                </a:solidFill>
                <a:latin typeface="Arial"/>
              </a:rPr>
              <a:t>Backbone</a:t>
            </a:r>
          </a:p>
          <a:p>
            <a:pPr algn="ctr"/>
            <a:r>
              <a:rPr sz="800" b="0">
                <a:solidFill>
                  <a:srgbClr val="2B2B2B"/>
                </a:solidFill>
                <a:latin typeface="Arial"/>
              </a:rPr>
              <a:t>EfficientNet-B0, ImageNet weights (ViT + RETFound as extension)</a:t>
            </a:r>
          </a:p>
        </p:txBody>
      </p:sp>
      <p:sp>
        <p:nvSpPr>
          <p:cNvPr id="109" name="Arrow 4"/>
          <p:cNvSpPr/>
          <p:nvPr/>
        </p:nvSpPr>
        <p:spPr>
          <a:xfrm>
            <a:off x="5943600" y="1938528"/>
            <a:ext cx="128016" cy="0"/>
          </a:xfrm>
          <a:prstGeom prst="line">
            <a:avLst/>
          </a:prstGeom>
          <a:noFill/>
          <a:ln w="25400">
            <a:solidFill>
              <a:srgbClr val="555555"/>
            </a:solidFill>
            <a:prstDash val="solid"/>
            <a:tailEnd type="triangle"/>
          </a:ln>
        </p:spPr>
        <p:txBody>
          <a:bodyPr/>
          <a:lstStyle/>
          <a:p>
            <a:endParaRPr sz="1050"/>
          </a:p>
        </p:txBody>
      </p:sp>
      <p:sp>
        <p:nvSpPr>
          <p:cNvPr id="110" name="Train 5"/>
          <p:cNvSpPr/>
          <p:nvPr/>
        </p:nvSpPr>
        <p:spPr>
          <a:xfrm>
            <a:off x="6099048" y="1481328"/>
            <a:ext cx="1216152" cy="9144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r>
              <a:rPr sz="1000" b="1">
                <a:solidFill>
                  <a:srgbClr val="121212"/>
                </a:solidFill>
                <a:latin typeface="Arial"/>
              </a:rPr>
              <a:t>Head (1 per run)</a:t>
            </a:r>
          </a:p>
          <a:p>
            <a:pPr algn="ctr"/>
            <a:r>
              <a:rPr sz="800" b="0">
                <a:solidFill>
                  <a:srgbClr val="2B2B2B"/>
                </a:solidFill>
                <a:latin typeface="Arial"/>
              </a:rPr>
              <a:t>0 vs 1-4, early vs late, 3-class or 5-grade</a:t>
            </a:r>
          </a:p>
        </p:txBody>
      </p:sp>
      <p:sp>
        <p:nvSpPr>
          <p:cNvPr id="111" name="Arrow 5"/>
          <p:cNvSpPr/>
          <p:nvPr/>
        </p:nvSpPr>
        <p:spPr>
          <a:xfrm>
            <a:off x="7342631" y="1938528"/>
            <a:ext cx="128016" cy="0"/>
          </a:xfrm>
          <a:prstGeom prst="line">
            <a:avLst/>
          </a:prstGeom>
          <a:noFill/>
          <a:ln w="25400">
            <a:solidFill>
              <a:srgbClr val="555555"/>
            </a:solidFill>
            <a:prstDash val="solid"/>
            <a:tailEnd type="triangle"/>
          </a:ln>
        </p:spPr>
        <p:txBody>
          <a:bodyPr/>
          <a:lstStyle/>
          <a:p>
            <a:endParaRPr sz="1050"/>
          </a:p>
        </p:txBody>
      </p:sp>
      <p:sp>
        <p:nvSpPr>
          <p:cNvPr id="112" name="Train 6"/>
          <p:cNvSpPr/>
          <p:nvPr/>
        </p:nvSpPr>
        <p:spPr>
          <a:xfrm>
            <a:off x="7498080" y="1481328"/>
            <a:ext cx="1216152" cy="9144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r>
              <a:rPr sz="1000" b="1">
                <a:solidFill>
                  <a:srgbClr val="121212"/>
                </a:solidFill>
                <a:latin typeface="Arial"/>
              </a:rPr>
              <a:t>Loss</a:t>
            </a:r>
          </a:p>
          <a:p>
            <a:pPr algn="ctr"/>
            <a:r>
              <a:rPr sz="800" b="0">
                <a:solidFill>
                  <a:srgbClr val="2B2B2B"/>
                </a:solidFill>
                <a:latin typeface="Arial"/>
              </a:rPr>
              <a:t>Cross-entropy, class-balanced CE, or focal (gamma 1-3)</a:t>
            </a:r>
          </a:p>
        </p:txBody>
      </p:sp>
      <p:sp>
        <p:nvSpPr>
          <p:cNvPr id="113" name="Arrow down"/>
          <p:cNvSpPr/>
          <p:nvPr/>
        </p:nvSpPr>
        <p:spPr>
          <a:xfrm>
            <a:off x="8106156" y="2423160"/>
            <a:ext cx="0" cy="502920"/>
          </a:xfrm>
          <a:prstGeom prst="line">
            <a:avLst/>
          </a:prstGeom>
          <a:noFill/>
          <a:ln w="25400">
            <a:solidFill>
              <a:srgbClr val="555555"/>
            </a:solidFill>
            <a:prstDash val="solid"/>
            <a:tailEnd type="triangle"/>
          </a:ln>
        </p:spPr>
        <p:txBody>
          <a:bodyPr/>
          <a:lstStyle/>
          <a:p>
            <a:endParaRPr sz="1050"/>
          </a:p>
        </p:txBody>
      </p:sp>
      <p:sp>
        <p:nvSpPr>
          <p:cNvPr id="114" name="Label validate"/>
          <p:cNvSpPr txBox="1"/>
          <p:nvPr/>
        </p:nvSpPr>
        <p:spPr>
          <a:xfrm>
            <a:off x="502920" y="2651760"/>
            <a:ext cx="5486400" cy="201168"/>
          </a:xfrm>
          <a:prstGeom prst="rect">
            <a:avLst/>
          </a:prstGeom>
          <a:noFill/>
        </p:spPr>
        <p:txBody>
          <a:bodyPr wrap="square" lIns="27432" tIns="18288" rIns="27432" bIns="18288" anchor="t">
            <a:spAutoFit/>
          </a:bodyPr>
          <a:lstStyle/>
          <a:p>
            <a:pPr algn="l"/>
            <a:r>
              <a:rPr sz="950" b="1">
                <a:solidFill>
                  <a:srgbClr val="1E7A5A"/>
                </a:solidFill>
                <a:latin typeface="Arial"/>
              </a:rPr>
              <a:t>VALIDATE AND FREEZE, THEN TEST</a:t>
            </a:r>
          </a:p>
        </p:txBody>
      </p:sp>
      <p:sp>
        <p:nvSpPr>
          <p:cNvPr id="115" name="Eval 1"/>
          <p:cNvSpPr/>
          <p:nvPr/>
        </p:nvSpPr>
        <p:spPr>
          <a:xfrm>
            <a:off x="7251192" y="3017520"/>
            <a:ext cx="1463040" cy="914400"/>
          </a:xfrm>
          <a:prstGeom prst="roundRect">
            <a:avLst/>
          </a:prstGeom>
          <a:solidFill>
            <a:srgbClr val="BCCFE4"/>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r>
              <a:rPr sz="1000" b="1">
                <a:solidFill>
                  <a:srgbClr val="121212"/>
                </a:solidFill>
                <a:latin typeface="Arial"/>
              </a:rPr>
              <a:t>Best epoch</a:t>
            </a:r>
          </a:p>
          <a:p>
            <a:pPr algn="ctr"/>
            <a:r>
              <a:rPr sz="800" b="0">
                <a:solidFill>
                  <a:srgbClr val="2B2B2B"/>
                </a:solidFill>
                <a:latin typeface="Arial"/>
              </a:rPr>
              <a:t>Chosen on validation score only</a:t>
            </a:r>
          </a:p>
        </p:txBody>
      </p:sp>
      <p:sp>
        <p:nvSpPr>
          <p:cNvPr id="116" name="Arrow back 1"/>
          <p:cNvSpPr/>
          <p:nvPr/>
        </p:nvSpPr>
        <p:spPr>
          <a:xfrm flipH="1">
            <a:off x="7054596" y="3474720"/>
            <a:ext cx="169164" cy="0"/>
          </a:xfrm>
          <a:prstGeom prst="line">
            <a:avLst/>
          </a:prstGeom>
          <a:noFill/>
          <a:ln w="25400">
            <a:solidFill>
              <a:srgbClr val="555555"/>
            </a:solidFill>
            <a:prstDash val="solid"/>
            <a:tailEnd type="triangle"/>
          </a:ln>
        </p:spPr>
        <p:txBody>
          <a:bodyPr/>
          <a:lstStyle/>
          <a:p>
            <a:endParaRPr sz="1050"/>
          </a:p>
        </p:txBody>
      </p:sp>
      <p:sp>
        <p:nvSpPr>
          <p:cNvPr id="117" name="Eval 2"/>
          <p:cNvSpPr/>
          <p:nvPr/>
        </p:nvSpPr>
        <p:spPr>
          <a:xfrm>
            <a:off x="5564124" y="3017520"/>
            <a:ext cx="1463040" cy="9144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r>
              <a:rPr sz="1000" b="1">
                <a:solidFill>
                  <a:srgbClr val="121212"/>
                </a:solidFill>
                <a:latin typeface="Arial"/>
              </a:rPr>
              <a:t>Temperature scaling</a:t>
            </a:r>
          </a:p>
          <a:p>
            <a:pPr algn="ctr"/>
            <a:r>
              <a:rPr sz="800" b="0">
                <a:solidFill>
                  <a:srgbClr val="2B2B2B"/>
                </a:solidFill>
                <a:latin typeface="Arial"/>
              </a:rPr>
              <a:t>One number T, fitted on validation</a:t>
            </a:r>
          </a:p>
        </p:txBody>
      </p:sp>
      <p:sp>
        <p:nvSpPr>
          <p:cNvPr id="118" name="Arrow back 2"/>
          <p:cNvSpPr/>
          <p:nvPr/>
        </p:nvSpPr>
        <p:spPr>
          <a:xfrm flipH="1">
            <a:off x="5367528" y="3474720"/>
            <a:ext cx="169164" cy="0"/>
          </a:xfrm>
          <a:prstGeom prst="line">
            <a:avLst/>
          </a:prstGeom>
          <a:noFill/>
          <a:ln w="25400">
            <a:solidFill>
              <a:srgbClr val="555555"/>
            </a:solidFill>
            <a:prstDash val="solid"/>
            <a:tailEnd type="triangle"/>
          </a:ln>
        </p:spPr>
        <p:txBody>
          <a:bodyPr/>
          <a:lstStyle/>
          <a:p>
            <a:endParaRPr sz="1050"/>
          </a:p>
        </p:txBody>
      </p:sp>
      <p:sp>
        <p:nvSpPr>
          <p:cNvPr id="119" name="Eval 3"/>
          <p:cNvSpPr/>
          <p:nvPr/>
        </p:nvSpPr>
        <p:spPr>
          <a:xfrm>
            <a:off x="3877056" y="3017520"/>
            <a:ext cx="1463040" cy="9144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r>
              <a:rPr sz="1000" b="1">
                <a:solidFill>
                  <a:srgbClr val="121212"/>
                </a:solidFill>
                <a:latin typeface="Arial"/>
              </a:rPr>
              <a:t>Prior-shift correction</a:t>
            </a:r>
          </a:p>
          <a:p>
            <a:pPr algn="ctr"/>
            <a:r>
              <a:rPr sz="800" b="0">
                <a:solidFill>
                  <a:srgbClr val="2B2B2B"/>
                </a:solidFill>
                <a:latin typeface="Arial"/>
              </a:rPr>
              <a:t>Training class mix back to natural prevalence</a:t>
            </a:r>
          </a:p>
        </p:txBody>
      </p:sp>
      <p:sp>
        <p:nvSpPr>
          <p:cNvPr id="120" name="Arrow back 3"/>
          <p:cNvSpPr/>
          <p:nvPr/>
        </p:nvSpPr>
        <p:spPr>
          <a:xfrm flipH="1">
            <a:off x="3680460" y="3474720"/>
            <a:ext cx="169164" cy="0"/>
          </a:xfrm>
          <a:prstGeom prst="line">
            <a:avLst/>
          </a:prstGeom>
          <a:noFill/>
          <a:ln w="25400">
            <a:solidFill>
              <a:srgbClr val="555555"/>
            </a:solidFill>
            <a:prstDash val="solid"/>
            <a:tailEnd type="triangle"/>
          </a:ln>
        </p:spPr>
        <p:txBody>
          <a:bodyPr/>
          <a:lstStyle/>
          <a:p>
            <a:endParaRPr sz="1050"/>
          </a:p>
        </p:txBody>
      </p:sp>
      <p:sp>
        <p:nvSpPr>
          <p:cNvPr id="121" name="Eval 4"/>
          <p:cNvSpPr/>
          <p:nvPr/>
        </p:nvSpPr>
        <p:spPr>
          <a:xfrm>
            <a:off x="2189988" y="3017520"/>
            <a:ext cx="1463040" cy="9144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r>
              <a:rPr sz="1000" b="1">
                <a:solidFill>
                  <a:srgbClr val="121212"/>
                </a:solidFill>
                <a:latin typeface="Arial"/>
              </a:rPr>
              <a:t>Frozen threshold</a:t>
            </a:r>
          </a:p>
          <a:p>
            <a:pPr algn="ctr"/>
            <a:r>
              <a:rPr sz="800" b="0">
                <a:solidFill>
                  <a:srgbClr val="2B2B2B"/>
                </a:solidFill>
                <a:latin typeface="Arial"/>
              </a:rPr>
              <a:t>Set at the declared specificity (0.90) on validation</a:t>
            </a:r>
          </a:p>
        </p:txBody>
      </p:sp>
      <p:sp>
        <p:nvSpPr>
          <p:cNvPr id="122" name="Arrow back 4"/>
          <p:cNvSpPr/>
          <p:nvPr/>
        </p:nvSpPr>
        <p:spPr>
          <a:xfrm flipH="1">
            <a:off x="1993392" y="3474720"/>
            <a:ext cx="169164" cy="0"/>
          </a:xfrm>
          <a:prstGeom prst="line">
            <a:avLst/>
          </a:prstGeom>
          <a:noFill/>
          <a:ln w="25400">
            <a:solidFill>
              <a:srgbClr val="555555"/>
            </a:solidFill>
            <a:prstDash val="solid"/>
            <a:tailEnd type="triangle"/>
          </a:ln>
        </p:spPr>
        <p:txBody>
          <a:bodyPr/>
          <a:lstStyle/>
          <a:p>
            <a:endParaRPr sz="1050"/>
          </a:p>
        </p:txBody>
      </p:sp>
      <p:sp>
        <p:nvSpPr>
          <p:cNvPr id="123" name="Eval 5"/>
          <p:cNvSpPr/>
          <p:nvPr/>
        </p:nvSpPr>
        <p:spPr>
          <a:xfrm>
            <a:off x="502920" y="3017520"/>
            <a:ext cx="1463040" cy="914400"/>
          </a:xfrm>
          <a:prstGeom prst="roundRect">
            <a:avLst/>
          </a:prstGeom>
          <a:solidFill>
            <a:srgbClr val="FFF0B3"/>
          </a:solidFill>
          <a:ln w="9525">
            <a:solidFill>
              <a:srgbClr val="E0B400"/>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r>
              <a:rPr sz="1000" b="1">
                <a:solidFill>
                  <a:srgbClr val="121212"/>
                </a:solidFill>
                <a:latin typeface="Arial"/>
              </a:rPr>
              <a:t>Outputs</a:t>
            </a:r>
          </a:p>
          <a:p>
            <a:pPr algn="ctr"/>
            <a:r>
              <a:rPr sz="800" b="0">
                <a:solidFill>
                  <a:srgbClr val="2B2B2B"/>
                </a:solidFill>
                <a:latin typeface="Arial"/>
              </a:rPr>
              <a:t>Calibrated probability, early-DR flag, per-source metrics with 95% CI</a:t>
            </a:r>
          </a:p>
        </p:txBody>
      </p:sp>
      <p:sp>
        <p:nvSpPr>
          <p:cNvPr id="124" name="Banner"/>
          <p:cNvSpPr/>
          <p:nvPr/>
        </p:nvSpPr>
        <p:spPr>
          <a:xfrm>
            <a:off x="502920" y="4133087"/>
            <a:ext cx="8211312" cy="384048"/>
          </a:xfrm>
          <a:prstGeom prst="roundRect">
            <a:avLst/>
          </a:prstGeom>
          <a:solidFill>
            <a:srgbClr val="F2F5F8"/>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r>
              <a:rPr sz="980" b="1">
                <a:solidFill>
                  <a:srgbClr val="121212"/>
                </a:solidFill>
                <a:latin typeface="Arial"/>
              </a:rPr>
              <a:t>Test sets opened once: DDR + held-out EyePACS, then APTOS last. Grad-CAM with a randomised-weights check.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Datasets and Experimental Setup</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Three sources, frozen splits</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11</a:t>
            </a:r>
          </a:p>
        </p:txBody>
      </p:sp>
      <p:sp>
        <p:nvSpPr>
          <p:cNvPr id="201" name="H Dataset"/>
          <p:cNvSpPr/>
          <p:nvPr/>
        </p:nvSpPr>
        <p:spPr>
          <a:xfrm>
            <a:off x="502920" y="1280160"/>
            <a:ext cx="1371600" cy="292608"/>
          </a:xfrm>
          <a:prstGeom prst="roundRect">
            <a:avLst/>
          </a:prstGeom>
          <a:solidFill>
            <a:srgbClr val="3D5F84"/>
          </a:solidFill>
          <a:ln w="9525">
            <a:solidFill>
              <a:srgbClr val="3D5F8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1">
                <a:solidFill>
                  <a:srgbClr val="FFFFFF"/>
                </a:solidFill>
                <a:latin typeface="Arial"/>
              </a:rPr>
              <a:t>Dataset</a:t>
            </a:r>
          </a:p>
        </p:txBody>
      </p:sp>
      <p:sp>
        <p:nvSpPr>
          <p:cNvPr id="202" name="H Role"/>
          <p:cNvSpPr/>
          <p:nvPr/>
        </p:nvSpPr>
        <p:spPr>
          <a:xfrm>
            <a:off x="1965960" y="1280160"/>
            <a:ext cx="2377440" cy="292608"/>
          </a:xfrm>
          <a:prstGeom prst="roundRect">
            <a:avLst/>
          </a:prstGeom>
          <a:solidFill>
            <a:srgbClr val="3D5F84"/>
          </a:solidFill>
          <a:ln w="9525">
            <a:solidFill>
              <a:srgbClr val="3D5F8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1">
                <a:solidFill>
                  <a:srgbClr val="FFFFFF"/>
                </a:solidFill>
                <a:latin typeface="Arial"/>
              </a:rPr>
              <a:t>Role</a:t>
            </a:r>
          </a:p>
        </p:txBody>
      </p:sp>
      <p:sp>
        <p:nvSpPr>
          <p:cNvPr id="203" name="H Images"/>
          <p:cNvSpPr/>
          <p:nvPr/>
        </p:nvSpPr>
        <p:spPr>
          <a:xfrm>
            <a:off x="4434840" y="1280160"/>
            <a:ext cx="1737360" cy="292608"/>
          </a:xfrm>
          <a:prstGeom prst="roundRect">
            <a:avLst/>
          </a:prstGeom>
          <a:solidFill>
            <a:srgbClr val="3D5F84"/>
          </a:solidFill>
          <a:ln w="9525">
            <a:solidFill>
              <a:srgbClr val="3D5F8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1">
                <a:solidFill>
                  <a:srgbClr val="FFFFFF"/>
                </a:solidFill>
                <a:latin typeface="Arial"/>
              </a:rPr>
              <a:t>Images</a:t>
            </a:r>
          </a:p>
        </p:txBody>
      </p:sp>
      <p:sp>
        <p:nvSpPr>
          <p:cNvPr id="204" name="H Split"/>
          <p:cNvSpPr/>
          <p:nvPr/>
        </p:nvSpPr>
        <p:spPr>
          <a:xfrm>
            <a:off x="6263640" y="1280160"/>
            <a:ext cx="2377440" cy="292608"/>
          </a:xfrm>
          <a:prstGeom prst="roundRect">
            <a:avLst/>
          </a:prstGeom>
          <a:solidFill>
            <a:srgbClr val="3D5F84"/>
          </a:solidFill>
          <a:ln w="9525">
            <a:solidFill>
              <a:srgbClr val="3D5F8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1">
                <a:solidFill>
                  <a:srgbClr val="FFFFFF"/>
                </a:solidFill>
                <a:latin typeface="Arial"/>
              </a:rPr>
              <a:t>Split</a:t>
            </a:r>
          </a:p>
        </p:txBody>
      </p:sp>
      <p:sp>
        <p:nvSpPr>
          <p:cNvPr id="205" name="D00.55"/>
          <p:cNvSpPr/>
          <p:nvPr/>
        </p:nvSpPr>
        <p:spPr>
          <a:xfrm>
            <a:off x="502920" y="1627632"/>
            <a:ext cx="1371600" cy="512064"/>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1">
                <a:solidFill>
                  <a:srgbClr val="3a3a3a"/>
                </a:solidFill>
                <a:latin typeface="Arial"/>
              </a:rPr>
              <a:t>DDR</a:t>
            </a:r>
          </a:p>
        </p:txBody>
      </p:sp>
      <p:sp>
        <p:nvSpPr>
          <p:cNvPr id="206" name="D02.15"/>
          <p:cNvSpPr/>
          <p:nvPr/>
        </p:nvSpPr>
        <p:spPr>
          <a:xfrm>
            <a:off x="1965960" y="1627632"/>
            <a:ext cx="2377440" cy="512064"/>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0">
                <a:solidFill>
                  <a:srgbClr val="3a3a3a"/>
                </a:solidFill>
                <a:latin typeface="Arial"/>
              </a:rPr>
              <a:t>Training source and internal test</a:t>
            </a:r>
          </a:p>
        </p:txBody>
      </p:sp>
      <p:sp>
        <p:nvSpPr>
          <p:cNvPr id="207" name="D04.85"/>
          <p:cNvSpPr/>
          <p:nvPr/>
        </p:nvSpPr>
        <p:spPr>
          <a:xfrm>
            <a:off x="4434840" y="1627632"/>
            <a:ext cx="1737360" cy="512064"/>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0">
                <a:solidFill>
                  <a:srgbClr val="3a3a3a"/>
                </a:solidFill>
                <a:latin typeface="Arial"/>
              </a:rPr>
              <a:t>12,522</a:t>
            </a:r>
          </a:p>
        </p:txBody>
      </p:sp>
      <p:sp>
        <p:nvSpPr>
          <p:cNvPr id="208" name="D06.85"/>
          <p:cNvSpPr/>
          <p:nvPr/>
        </p:nvSpPr>
        <p:spPr>
          <a:xfrm>
            <a:off x="6263640" y="1627632"/>
            <a:ext cx="2377440" cy="512064"/>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0">
                <a:solidFill>
                  <a:srgbClr val="3a3a3a"/>
                </a:solidFill>
                <a:latin typeface="Arial"/>
              </a:rPr>
              <a:t>60/20/20 (group-aware version also built)</a:t>
            </a:r>
          </a:p>
        </p:txBody>
      </p:sp>
      <p:sp>
        <p:nvSpPr>
          <p:cNvPr id="209" name="D10.55"/>
          <p:cNvSpPr/>
          <p:nvPr/>
        </p:nvSpPr>
        <p:spPr>
          <a:xfrm>
            <a:off x="502920" y="2194560"/>
            <a:ext cx="1371600" cy="512064"/>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1">
                <a:solidFill>
                  <a:srgbClr val="3a3a3a"/>
                </a:solidFill>
                <a:latin typeface="Arial"/>
              </a:rPr>
              <a:t>EyePACS</a:t>
            </a:r>
          </a:p>
        </p:txBody>
      </p:sp>
      <p:sp>
        <p:nvSpPr>
          <p:cNvPr id="210" name="D12.15"/>
          <p:cNvSpPr/>
          <p:nvPr/>
        </p:nvSpPr>
        <p:spPr>
          <a:xfrm>
            <a:off x="1965960" y="2194560"/>
            <a:ext cx="2377440" cy="512064"/>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0">
                <a:solidFill>
                  <a:srgbClr val="3a3a3a"/>
                </a:solidFill>
                <a:latin typeface="Arial"/>
              </a:rPr>
              <a:t>Second source; held-out test</a:t>
            </a:r>
          </a:p>
        </p:txBody>
      </p:sp>
      <p:sp>
        <p:nvSpPr>
          <p:cNvPr id="211" name="D14.85"/>
          <p:cNvSpPr/>
          <p:nvPr/>
        </p:nvSpPr>
        <p:spPr>
          <a:xfrm>
            <a:off x="4434840" y="2194560"/>
            <a:ext cx="1737360" cy="512064"/>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0">
                <a:solidFill>
                  <a:srgbClr val="3a3a3a"/>
                </a:solidFill>
                <a:latin typeface="Arial"/>
              </a:rPr>
              <a:t>35,108</a:t>
            </a:r>
          </a:p>
        </p:txBody>
      </p:sp>
      <p:sp>
        <p:nvSpPr>
          <p:cNvPr id="212" name="D16.85"/>
          <p:cNvSpPr/>
          <p:nvPr/>
        </p:nvSpPr>
        <p:spPr>
          <a:xfrm>
            <a:off x="6263640" y="2194560"/>
            <a:ext cx="2377440" cy="512064"/>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0">
                <a:solidFill>
                  <a:srgbClr val="3a3a3a"/>
                </a:solidFill>
                <a:latin typeface="Arial"/>
              </a:rPr>
              <a:t>By patient, 70/15/15</a:t>
            </a:r>
          </a:p>
        </p:txBody>
      </p:sp>
      <p:sp>
        <p:nvSpPr>
          <p:cNvPr id="213" name="D20.55"/>
          <p:cNvSpPr/>
          <p:nvPr/>
        </p:nvSpPr>
        <p:spPr>
          <a:xfrm>
            <a:off x="502920" y="2761488"/>
            <a:ext cx="1371600" cy="512064"/>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1">
                <a:solidFill>
                  <a:srgbClr val="3a3a3a"/>
                </a:solidFill>
                <a:latin typeface="Arial"/>
              </a:rPr>
              <a:t>APTOS</a:t>
            </a:r>
          </a:p>
        </p:txBody>
      </p:sp>
      <p:sp>
        <p:nvSpPr>
          <p:cNvPr id="214" name="D22.15"/>
          <p:cNvSpPr/>
          <p:nvPr/>
        </p:nvSpPr>
        <p:spPr>
          <a:xfrm>
            <a:off x="1965960" y="2761488"/>
            <a:ext cx="2377440" cy="512064"/>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0">
                <a:solidFill>
                  <a:srgbClr val="3a3a3a"/>
                </a:solidFill>
                <a:latin typeface="Arial"/>
              </a:rPr>
              <a:t>External test only</a:t>
            </a:r>
          </a:p>
        </p:txBody>
      </p:sp>
      <p:sp>
        <p:nvSpPr>
          <p:cNvPr id="215" name="D24.85"/>
          <p:cNvSpPr/>
          <p:nvPr/>
        </p:nvSpPr>
        <p:spPr>
          <a:xfrm>
            <a:off x="4434840" y="2761488"/>
            <a:ext cx="1737360" cy="512064"/>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0">
                <a:solidFill>
                  <a:srgbClr val="3a3a3a"/>
                </a:solidFill>
                <a:latin typeface="Arial"/>
              </a:rPr>
              <a:t>3,662</a:t>
            </a:r>
          </a:p>
        </p:txBody>
      </p:sp>
      <p:sp>
        <p:nvSpPr>
          <p:cNvPr id="216" name="D26.85"/>
          <p:cNvSpPr/>
          <p:nvPr/>
        </p:nvSpPr>
        <p:spPr>
          <a:xfrm>
            <a:off x="6263640" y="2761488"/>
            <a:ext cx="2377440" cy="512064"/>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0">
                <a:solidFill>
                  <a:srgbClr val="3a3a3a"/>
                </a:solidFill>
                <a:latin typeface="Arial"/>
              </a:rPr>
              <a:t>Never used for training or selection</a:t>
            </a:r>
          </a:p>
        </p:txBody>
      </p:sp>
      <p:sp>
        <p:nvSpPr>
          <p:cNvPr id="217" name="Model"/>
          <p:cNvSpPr/>
          <p:nvPr/>
        </p:nvSpPr>
        <p:spPr>
          <a:xfrm>
            <a:off x="502920" y="3429000"/>
            <a:ext cx="3977639" cy="777240"/>
          </a:xfrm>
          <a:prstGeom prst="roundRect">
            <a:avLst/>
          </a:prstGeom>
          <a:solidFill>
            <a:srgbClr val="E4ECF6"/>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100" b="1">
                <a:solidFill>
                  <a:srgbClr val="121212"/>
                </a:solidFill>
                <a:latin typeface="Arial"/>
              </a:rPr>
              <a:t>Model and training</a:t>
            </a:r>
          </a:p>
          <a:p>
            <a:pPr algn="l"/>
            <a:r>
              <a:rPr sz="1050" b="0">
                <a:solidFill>
                  <a:srgbClr val="3a3a3a"/>
                </a:solidFill>
                <a:latin typeface="Arial"/>
              </a:rPr>
              <a:t>EfficientNet-B0, 512 px, 3 seeds, Kaggle GPU</a:t>
            </a:r>
          </a:p>
        </p:txBody>
      </p:sp>
      <p:sp>
        <p:nvSpPr>
          <p:cNvPr id="218" name="Calib"/>
          <p:cNvSpPr/>
          <p:nvPr/>
        </p:nvSpPr>
        <p:spPr>
          <a:xfrm>
            <a:off x="4663440" y="3429000"/>
            <a:ext cx="3977639" cy="777240"/>
          </a:xfrm>
          <a:prstGeom prst="roundRect">
            <a:avLst/>
          </a:prstGeom>
          <a:solidFill>
            <a:srgbClr val="E4ECF6"/>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100" b="1">
                <a:solidFill>
                  <a:srgbClr val="121212"/>
                </a:solidFill>
                <a:latin typeface="Arial"/>
              </a:rPr>
              <a:t>Calibration</a:t>
            </a:r>
          </a:p>
          <a:p>
            <a:pPr algn="l"/>
            <a:r>
              <a:rPr sz="1050" b="0">
                <a:solidFill>
                  <a:srgbClr val="3a3a3a"/>
                </a:solidFill>
                <a:latin typeface="Arial"/>
              </a:rPr>
              <a:t>Temperature and prior shift on validation; threshold at specificity 0.90</a:t>
            </a:r>
          </a:p>
        </p:txBody>
      </p:sp>
      <p:sp>
        <p:nvSpPr>
          <p:cNvPr id="219" name="Banner"/>
          <p:cNvSpPr/>
          <p:nvPr/>
        </p:nvSpPr>
        <p:spPr>
          <a:xfrm>
            <a:off x="502920" y="4315968"/>
            <a:ext cx="8138160" cy="365760"/>
          </a:xfrm>
          <a:prstGeom prst="roundRect">
            <a:avLst/>
          </a:prstGeom>
          <a:solidFill>
            <a:srgbClr val="F2F5F8"/>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00" b="1">
                <a:solidFill>
                  <a:srgbClr val="121212"/>
                </a:solidFill>
                <a:latin typeface="Arial"/>
              </a:rPr>
              <a:t>Splits are frozen files; test sets are opened only through a declared analysis.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Six Rules for Every Experiment</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What makes the evidence trustworthy</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12</a:t>
            </a:r>
          </a:p>
        </p:txBody>
      </p:sp>
      <p:sp>
        <p:nvSpPr>
          <p:cNvPr id="201" name="Rule 1"/>
          <p:cNvSpPr/>
          <p:nvPr/>
        </p:nvSpPr>
        <p:spPr>
          <a:xfrm>
            <a:off x="502920" y="1280160"/>
            <a:ext cx="2606040" cy="13716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150" b="1">
                <a:solidFill>
                  <a:srgbClr val="121212"/>
                </a:solidFill>
                <a:latin typeface="Arial"/>
              </a:rPr>
              <a:t>1  Freeze the splits first</a:t>
            </a:r>
          </a:p>
          <a:p>
            <a:pPr algn="l"/>
            <a:r>
              <a:rPr sz="1050" b="0">
                <a:solidFill>
                  <a:srgbClr val="3a3a3a"/>
                </a:solidFill>
                <a:latin typeface="Arial"/>
              </a:rPr>
              <a:t>Split by patient where IDs exist, save as files, never change them.</a:t>
            </a:r>
          </a:p>
        </p:txBody>
      </p:sp>
      <p:sp>
        <p:nvSpPr>
          <p:cNvPr id="202" name="Rule 2"/>
          <p:cNvSpPr/>
          <p:nvPr/>
        </p:nvSpPr>
        <p:spPr>
          <a:xfrm>
            <a:off x="3246120" y="1280160"/>
            <a:ext cx="2606040" cy="1371600"/>
          </a:xfrm>
          <a:prstGeom prst="roundRect">
            <a:avLst/>
          </a:prstGeom>
          <a:solidFill>
            <a:srgbClr val="E3F2EA"/>
          </a:solidFill>
          <a:ln w="9525">
            <a:solidFill>
              <a:srgbClr val="1E7A5A"/>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150" b="1">
                <a:solidFill>
                  <a:srgbClr val="121212"/>
                </a:solidFill>
                <a:latin typeface="Arial"/>
              </a:rPr>
              <a:t>2  Declare the analysis</a:t>
            </a:r>
          </a:p>
          <a:p>
            <a:pPr algn="l"/>
            <a:r>
              <a:rPr sz="1050" b="0">
                <a:solidFill>
                  <a:srgbClr val="3a3a3a"/>
                </a:solidFill>
                <a:latin typeface="Arial"/>
              </a:rPr>
              <a:t>One primary comparison and the specificity target are written down before any test split is opened.</a:t>
            </a:r>
          </a:p>
        </p:txBody>
      </p:sp>
      <p:sp>
        <p:nvSpPr>
          <p:cNvPr id="203" name="Rule 3"/>
          <p:cNvSpPr/>
          <p:nvPr/>
        </p:nvSpPr>
        <p:spPr>
          <a:xfrm>
            <a:off x="5989320" y="1280160"/>
            <a:ext cx="2606040" cy="13716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150" b="1">
                <a:solidFill>
                  <a:srgbClr val="121212"/>
                </a:solidFill>
                <a:latin typeface="Arial"/>
              </a:rPr>
              <a:t>3  Change one thing per run</a:t>
            </a:r>
          </a:p>
          <a:p>
            <a:pPr algn="l"/>
            <a:r>
              <a:rPr sz="1050" b="0">
                <a:solidFill>
                  <a:srgbClr val="3a3a3a"/>
                </a:solidFill>
                <a:latin typeface="Arial"/>
              </a:rPr>
              <a:t>One training script and one config file per experiment.</a:t>
            </a:r>
          </a:p>
        </p:txBody>
      </p:sp>
      <p:sp>
        <p:nvSpPr>
          <p:cNvPr id="204" name="Rule 4"/>
          <p:cNvSpPr/>
          <p:nvPr/>
        </p:nvSpPr>
        <p:spPr>
          <a:xfrm>
            <a:off x="502920" y="2788920"/>
            <a:ext cx="2606040" cy="13716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150" b="1">
                <a:solidFill>
                  <a:srgbClr val="121212"/>
                </a:solidFill>
                <a:latin typeface="Arial"/>
              </a:rPr>
              <a:t>4  Select on validation only</a:t>
            </a:r>
          </a:p>
          <a:p>
            <a:pPr algn="l"/>
            <a:r>
              <a:rPr sz="1050" b="0">
                <a:solidFill>
                  <a:srgbClr val="3a3a3a"/>
                </a:solidFill>
                <a:latin typeface="Arial"/>
              </a:rPr>
              <a:t>Thresholds, temperature and prior correction are fitted on validation, then frozen.</a:t>
            </a:r>
          </a:p>
        </p:txBody>
      </p:sp>
      <p:sp>
        <p:nvSpPr>
          <p:cNvPr id="205" name="Rule 5"/>
          <p:cNvSpPr/>
          <p:nvPr/>
        </p:nvSpPr>
        <p:spPr>
          <a:xfrm>
            <a:off x="3246120" y="2788920"/>
            <a:ext cx="2606040" cy="13716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150" b="1">
                <a:solidFill>
                  <a:srgbClr val="121212"/>
                </a:solidFill>
                <a:latin typeface="Arial"/>
              </a:rPr>
              <a:t>5  Measure the noise</a:t>
            </a:r>
          </a:p>
          <a:p>
            <a:pPr algn="l"/>
            <a:r>
              <a:rPr sz="1050" b="0">
                <a:solidFill>
                  <a:srgbClr val="3a3a3a"/>
                </a:solidFill>
                <a:latin typeface="Arial"/>
              </a:rPr>
              <a:t>3-5 seeds, patient-level bootstrap intervals, Holm-corrected comparisons.</a:t>
            </a:r>
          </a:p>
        </p:txBody>
      </p:sp>
      <p:sp>
        <p:nvSpPr>
          <p:cNvPr id="206" name="Rule 6"/>
          <p:cNvSpPr/>
          <p:nvPr/>
        </p:nvSpPr>
        <p:spPr>
          <a:xfrm>
            <a:off x="5989320" y="2788920"/>
            <a:ext cx="2606040" cy="1371600"/>
          </a:xfrm>
          <a:prstGeom prst="roundRect">
            <a:avLst/>
          </a:prstGeom>
          <a:solidFill>
            <a:srgbClr val="E3F2EA"/>
          </a:solidFill>
          <a:ln w="9525">
            <a:solidFill>
              <a:srgbClr val="1E7A5A"/>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150" b="1">
                <a:solidFill>
                  <a:srgbClr val="121212"/>
                </a:solidFill>
                <a:latin typeface="Arial"/>
              </a:rPr>
              <a:t>6  Open the test once, external last</a:t>
            </a:r>
          </a:p>
          <a:p>
            <a:pPr algn="l"/>
            <a:r>
              <a:rPr sz="1050" b="0">
                <a:solidFill>
                  <a:srgbClr val="3a3a3a"/>
                </a:solidFill>
                <a:latin typeface="Arial"/>
              </a:rPr>
              <a:t>Held-out EyePACS and APTOS are never used for training or selection.</a:t>
            </a:r>
          </a:p>
        </p:txBody>
      </p:sp>
      <p:sp>
        <p:nvSpPr>
          <p:cNvPr id="207" name="Banner"/>
          <p:cNvSpPr/>
          <p:nvPr/>
        </p:nvSpPr>
        <p:spPr>
          <a:xfrm>
            <a:off x="502920" y="4315968"/>
            <a:ext cx="8138160" cy="365760"/>
          </a:xfrm>
          <a:prstGeom prst="roundRect">
            <a:avLst/>
          </a:prstGeom>
          <a:solidFill>
            <a:srgbClr val="F2F5F8"/>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00" b="1">
                <a:solidFill>
                  <a:srgbClr val="121212"/>
                </a:solidFill>
                <a:latin typeface="Arial"/>
              </a:rPr>
              <a:t>Every result is reported per source, with confidence intervals.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Next Steps</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What is left</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13</a:t>
            </a:r>
          </a:p>
        </p:txBody>
      </p:sp>
      <p:sp>
        <p:nvSpPr>
          <p:cNvPr id="201" name="Step 1"/>
          <p:cNvSpPr/>
          <p:nvPr/>
        </p:nvSpPr>
        <p:spPr>
          <a:xfrm>
            <a:off x="502920" y="1280160"/>
            <a:ext cx="3977639" cy="1097280"/>
          </a:xfrm>
          <a:prstGeom prst="roundRect">
            <a:avLst/>
          </a:prstGeom>
          <a:solidFill>
            <a:srgbClr val="E3F2EA"/>
          </a:solidFill>
          <a:ln w="9525">
            <a:solidFill>
              <a:srgbClr val="1E7A5A"/>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200" b="1">
                <a:solidFill>
                  <a:srgbClr val="121212"/>
                </a:solidFill>
                <a:latin typeface="Arial"/>
              </a:rPr>
              <a:t>1  Five seeds on the group-aware split</a:t>
            </a:r>
          </a:p>
          <a:p>
            <a:pPr algn="l"/>
            <a:r>
              <a:rPr sz="1050" b="0">
                <a:solidFill>
                  <a:srgbClr val="3a3a3a"/>
                </a:solidFill>
                <a:latin typeface="Arial"/>
              </a:rPr>
              <a:t>Train four more seeds and re-evaluate with a new declaration.</a:t>
            </a:r>
          </a:p>
        </p:txBody>
      </p:sp>
      <p:sp>
        <p:nvSpPr>
          <p:cNvPr id="202" name="Step 2"/>
          <p:cNvSpPr/>
          <p:nvPr/>
        </p:nvSpPr>
        <p:spPr>
          <a:xfrm>
            <a:off x="4663440" y="1280160"/>
            <a:ext cx="3977639" cy="1097280"/>
          </a:xfrm>
          <a:prstGeom prst="roundRect">
            <a:avLst/>
          </a:prstGeom>
          <a:solidFill>
            <a:srgbClr val="E3F2EA"/>
          </a:solidFill>
          <a:ln w="9525">
            <a:solidFill>
              <a:srgbClr val="1E7A5A"/>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200" b="1">
                <a:solidFill>
                  <a:srgbClr val="121212"/>
                </a:solidFill>
                <a:latin typeface="Arial"/>
              </a:rPr>
              <a:t>2  Full reporting</a:t>
            </a:r>
          </a:p>
          <a:p>
            <a:pPr algn="l"/>
            <a:r>
              <a:rPr sz="1050" b="0">
                <a:solidFill>
                  <a:srgbClr val="3a3a3a"/>
                </a:solidFill>
                <a:latin typeface="Arial"/>
              </a:rPr>
              <a:t>AUROC, per-grade results, ECE, Brier and patient-level confidence intervals.</a:t>
            </a:r>
          </a:p>
        </p:txBody>
      </p:sp>
      <p:sp>
        <p:nvSpPr>
          <p:cNvPr id="203" name="Step 3"/>
          <p:cNvSpPr/>
          <p:nvPr/>
        </p:nvSpPr>
        <p:spPr>
          <a:xfrm>
            <a:off x="502920" y="2468880"/>
            <a:ext cx="3977639" cy="109728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200" b="1">
                <a:solidFill>
                  <a:srgbClr val="121212"/>
                </a:solidFill>
                <a:latin typeface="Arial"/>
              </a:rPr>
              <a:t>3  Own-source operating points</a:t>
            </a:r>
          </a:p>
          <a:p>
            <a:pPr algn="l"/>
            <a:r>
              <a:rPr sz="1050" b="0">
                <a:solidFill>
                  <a:srgbClr val="3a3a3a"/>
                </a:solidFill>
                <a:latin typeface="Arial"/>
              </a:rPr>
              <a:t>Threshold set per dataset, labelled post-hoc.</a:t>
            </a:r>
          </a:p>
        </p:txBody>
      </p:sp>
      <p:sp>
        <p:nvSpPr>
          <p:cNvPr id="204" name="Step 4"/>
          <p:cNvSpPr/>
          <p:nvPr/>
        </p:nvSpPr>
        <p:spPr>
          <a:xfrm>
            <a:off x="4663440" y="2468880"/>
            <a:ext cx="3977639" cy="109728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200" b="1">
                <a:solidFill>
                  <a:srgbClr val="121212"/>
                </a:solidFill>
                <a:latin typeface="Arial"/>
              </a:rPr>
              <a:t>4  Matched-subset check on APTOS</a:t>
            </a:r>
          </a:p>
          <a:p>
            <a:pPr algn="l"/>
            <a:r>
              <a:rPr sz="1050" b="0">
                <a:solidFill>
                  <a:srgbClr val="3a3a3a"/>
                </a:solidFill>
                <a:latin typeface="Arial"/>
              </a:rPr>
              <a:t>Follow-up to the size check, for other capture cues.</a:t>
            </a:r>
          </a:p>
        </p:txBody>
      </p:sp>
      <p:sp>
        <p:nvSpPr>
          <p:cNvPr id="205" name="Later"/>
          <p:cNvSpPr/>
          <p:nvPr/>
        </p:nvSpPr>
        <p:spPr>
          <a:xfrm>
            <a:off x="502920" y="3657600"/>
            <a:ext cx="8138160" cy="548640"/>
          </a:xfrm>
          <a:prstGeom prst="roundRect">
            <a:avLst/>
          </a:prstGeom>
          <a:solidFill>
            <a:srgbClr val="E4ECF6"/>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100" b="0">
                <a:solidFill>
                  <a:srgbClr val="3a3a3a"/>
                </a:solidFill>
                <a:latin typeface="Arial"/>
              </a:rPr>
              <a:t>Then: literature search and thesis writing. Later, optionally, an IDRiD external check.</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References</a:t>
            </a:r>
          </a:p>
        </p:txBody>
      </p:sp>
      <p:sp>
        <p:nvSpPr>
          <p:cNvPr id="3" name="TextBox 2"/>
          <p:cNvSpPr txBox="1"/>
          <p:nvPr/>
        </p:nvSpPr>
        <p:spPr>
          <a:xfrm>
            <a:off x="713231" y="987552"/>
            <a:ext cx="6640605" cy="1373902"/>
          </a:xfrm>
          <a:prstGeom prst="rect">
            <a:avLst/>
          </a:prstGeom>
          <a:noFill/>
        </p:spPr>
        <p:txBody>
          <a:bodyPr wrap="square" lIns="18288" tIns="18288" rIns="18288" bIns="18288">
            <a:spAutoFit/>
          </a:bodyPr>
          <a:lstStyle/>
          <a:p>
            <a:pPr algn="l">
              <a:lnSpc>
                <a:spcPct val="105000"/>
              </a:lnSpc>
              <a:spcAft>
                <a:spcPts val="400"/>
              </a:spcAft>
            </a:pPr>
            <a:r>
              <a:rPr sz="919" dirty="0">
                <a:solidFill>
                  <a:srgbClr val="121212"/>
                </a:solidFill>
                <a:latin typeface="Arial"/>
              </a:rPr>
              <a:t>• International Diabetes Federation. IDF Diabetes Atlas, 11th ed., 2025.</a:t>
            </a:r>
          </a:p>
          <a:p>
            <a:pPr algn="l">
              <a:lnSpc>
                <a:spcPct val="105000"/>
              </a:lnSpc>
              <a:spcAft>
                <a:spcPts val="400"/>
              </a:spcAft>
            </a:pPr>
            <a:r>
              <a:rPr sz="919" dirty="0">
                <a:solidFill>
                  <a:srgbClr val="121212"/>
                </a:solidFill>
                <a:latin typeface="Arial"/>
              </a:rPr>
              <a:t>• Ting, D. S. W., et al. 'Artificial intelligence-assisted diabetic retinopathy screening.' Ophthalmology, 2021.</a:t>
            </a:r>
          </a:p>
          <a:p>
            <a:pPr algn="l">
              <a:lnSpc>
                <a:spcPct val="105000"/>
              </a:lnSpc>
              <a:spcAft>
                <a:spcPts val="400"/>
              </a:spcAft>
            </a:pPr>
            <a:r>
              <a:rPr sz="919" dirty="0">
                <a:solidFill>
                  <a:srgbClr val="121212"/>
                </a:solidFill>
                <a:latin typeface="Arial"/>
              </a:rPr>
              <a:t>• Shah, P., et al. 'Progression of DR and screening demand.' JAMA Ophthalmology, 2024.</a:t>
            </a:r>
            <a:endParaRPr lang="en-US" sz="919" dirty="0">
              <a:solidFill>
                <a:srgbClr val="121212"/>
              </a:solidFill>
              <a:latin typeface="Arial"/>
            </a:endParaRPr>
          </a:p>
          <a:p>
            <a:pPr>
              <a:lnSpc>
                <a:spcPct val="105000"/>
              </a:lnSpc>
              <a:spcAft>
                <a:spcPts val="400"/>
              </a:spcAft>
            </a:pPr>
            <a:r>
              <a:rPr lang="en-US" sz="919" dirty="0">
                <a:solidFill>
                  <a:srgbClr val="121212"/>
                </a:solidFill>
              </a:rPr>
              <a:t>• WHO. Guidelines on diabetic retinopathy screening, 2023.</a:t>
            </a:r>
          </a:p>
          <a:p>
            <a:pPr>
              <a:lnSpc>
                <a:spcPct val="105000"/>
              </a:lnSpc>
              <a:spcAft>
                <a:spcPts val="400"/>
              </a:spcAft>
            </a:pPr>
            <a:r>
              <a:rPr lang="en-US" sz="919" dirty="0">
                <a:solidFill>
                  <a:srgbClr val="121212"/>
                </a:solidFill>
              </a:rPr>
              <a:t>• CDC. Eye-health guidance for people with diabetes, 2024.</a:t>
            </a:r>
          </a:p>
          <a:p>
            <a:pPr>
              <a:lnSpc>
                <a:spcPct val="105000"/>
              </a:lnSpc>
              <a:spcAft>
                <a:spcPts val="400"/>
              </a:spcAft>
            </a:pPr>
            <a:r>
              <a:rPr lang="en-US" sz="919" dirty="0">
                <a:solidFill>
                  <a:srgbClr val="121212"/>
                </a:solidFill>
              </a:rPr>
              <a:t>• Li, T., et al. Diagnostic assessment of deep learning algorithms for DR screening (DDR). Information Sciences, 2019.</a:t>
            </a:r>
          </a:p>
          <a:p>
            <a:pPr>
              <a:lnSpc>
                <a:spcPct val="105000"/>
              </a:lnSpc>
              <a:spcAft>
                <a:spcPts val="400"/>
              </a:spcAft>
            </a:pPr>
            <a:r>
              <a:rPr lang="en-US" sz="919" dirty="0">
                <a:solidFill>
                  <a:srgbClr val="121212"/>
                </a:solidFill>
              </a:rPr>
              <a:t>• Kaggle. Diabetic Retinopathy Detection (EyePACS), 2015; APTOS 2019 Blindness Detection.</a:t>
            </a:r>
          </a:p>
          <a:p>
            <a:pPr>
              <a:lnSpc>
                <a:spcPct val="105000"/>
              </a:lnSpc>
              <a:spcAft>
                <a:spcPts val="400"/>
              </a:spcAft>
            </a:pPr>
            <a:r>
              <a:rPr lang="en-US" sz="919" dirty="0">
                <a:solidFill>
                  <a:srgbClr val="121212"/>
                </a:solidFill>
              </a:rPr>
              <a:t>• Guo, C., et al. On calibration of modern neural networks. ICML, 2017.</a:t>
            </a:r>
          </a:p>
          <a:p>
            <a:pPr>
              <a:lnSpc>
                <a:spcPct val="105000"/>
              </a:lnSpc>
              <a:spcAft>
                <a:spcPts val="400"/>
              </a:spcAft>
            </a:pPr>
            <a:r>
              <a:rPr lang="en-US" sz="919" dirty="0">
                <a:solidFill>
                  <a:srgbClr val="121212"/>
                </a:solidFill>
              </a:rPr>
              <a:t>• Sipka, T., et al. The hitchhiker’s guide to prior-shift adaptation. WACV, 2022.</a:t>
            </a:r>
          </a:p>
          <a:p>
            <a:pPr algn="l">
              <a:lnSpc>
                <a:spcPct val="105000"/>
              </a:lnSpc>
              <a:spcAft>
                <a:spcPts val="400"/>
              </a:spcAft>
            </a:pPr>
            <a:r>
              <a:rPr sz="919" dirty="0">
                <a:solidFill>
                  <a:srgbClr val="121212"/>
                </a:solidFill>
                <a:latin typeface="Arial"/>
              </a:rPr>
              <a:t>• Gulshan, V., et al. Development and validation of a deep learning algorithm for detection of diabetic retinopathy. JAMA, 2016.</a:t>
            </a:r>
          </a:p>
          <a:p>
            <a:pPr algn="l">
              <a:lnSpc>
                <a:spcPct val="105000"/>
              </a:lnSpc>
              <a:spcAft>
                <a:spcPts val="400"/>
              </a:spcAft>
            </a:pPr>
            <a:r>
              <a:rPr sz="919" dirty="0">
                <a:solidFill>
                  <a:srgbClr val="121212"/>
                </a:solidFill>
                <a:latin typeface="Arial"/>
              </a:rPr>
              <a:t>• Tan, M., &amp; Le, Q. EfficientNet: Rethinking model scaling for convolutional neural networks. ICML, 2019.</a:t>
            </a:r>
          </a:p>
        </p:txBody>
      </p:sp>
      <p:sp>
        <p:nvSpPr>
          <p:cNvPr id="7" name="TextBox 6">
            <a:extLst>
              <a:ext uri="{FF2B5EF4-FFF2-40B4-BE49-F238E27FC236}">
                <a16:creationId xmlns:a16="http://schemas.microsoft.com/office/drawing/2014/main" id="{20203F86-CDFA-B93E-DF6D-3F1C21538AEF}"/>
              </a:ext>
            </a:extLst>
          </p:cNvPr>
          <p:cNvSpPr txBox="1"/>
          <p:nvPr/>
        </p:nvSpPr>
        <p:spPr>
          <a:xfrm>
            <a:off x="8801100" y="4792436"/>
            <a:ext cx="342900" cy="261610"/>
          </a:xfrm>
          <a:prstGeom prst="rect">
            <a:avLst/>
          </a:prstGeom>
          <a:noFill/>
        </p:spPr>
        <p:txBody>
          <a:bodyPr wrap="square" rtlCol="0">
            <a:spAutoFit/>
          </a:bodyPr>
          <a:lstStyle/>
          <a:p>
            <a:r>
              <a:rPr lang="en-US" sz="1100" dirty="0"/>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70"/>
        <p:cNvGrpSpPr/>
        <p:nvPr/>
      </p:nvGrpSpPr>
      <p:grpSpPr>
        <a:xfrm>
          <a:off x="0" y="0"/>
          <a:ext cx="0" cy="0"/>
          <a:chOff x="0" y="0"/>
          <a:chExt cx="0" cy="0"/>
        </a:xfrm>
      </p:grpSpPr>
      <p:sp>
        <p:nvSpPr>
          <p:cNvPr id="271" name="Google Shape;271;p32"/>
          <p:cNvSpPr txBox="1">
            <a:spLocks noGrp="1"/>
          </p:cNvSpPr>
          <p:nvPr>
            <p:ph type="title"/>
          </p:nvPr>
        </p:nvSpPr>
        <p:spPr>
          <a:xfrm>
            <a:off x="866073" y="1977949"/>
            <a:ext cx="3592512" cy="593801"/>
          </a:xfrm>
          <a:prstGeom prst="rect">
            <a:avLst/>
          </a:prstGeom>
          <a:noFill/>
          <a:ln>
            <a:noFill/>
          </a:ln>
        </p:spPr>
        <p:txBody>
          <a:bodyPr spcFirstLastPara="1" wrap="square" lIns="91425" tIns="45700" rIns="91425" bIns="45700" anchor="t" anchorCtr="0">
            <a:normAutofit fontScale="90000"/>
          </a:bodyPr>
          <a:lstStyle/>
          <a:p>
            <a:pPr marL="0" lvl="0" indent="0" algn="ctr" rtl="0">
              <a:lnSpc>
                <a:spcPct val="100000"/>
              </a:lnSpc>
              <a:spcBef>
                <a:spcPts val="0"/>
              </a:spcBef>
              <a:spcAft>
                <a:spcPts val="0"/>
              </a:spcAft>
              <a:buClr>
                <a:schemeClr val="dk1"/>
              </a:buClr>
              <a:buSzPct val="100000"/>
              <a:buFont typeface="Arial"/>
              <a:buNone/>
            </a:pPr>
            <a:r>
              <a:rPr lang="en-US" sz="3600"/>
              <a:t>THANK YOU</a:t>
            </a:r>
            <a:endParaRPr/>
          </a:p>
        </p:txBody>
      </p:sp>
      <p:sp>
        <p:nvSpPr>
          <p:cNvPr id="12" name="TYSub"/>
          <p:cNvSpPr txBox="1"/>
          <p:nvPr/>
        </p:nvSpPr>
        <p:spPr>
          <a:xfrm>
            <a:off x="500000" y="2650000"/>
            <a:ext cx="4000000" cy="380000"/>
          </a:xfrm>
          <a:prstGeom prst="rect">
            <a:avLst/>
          </a:prstGeom>
          <a:noFill/>
        </p:spPr>
        <p:txBody>
          <a:bodyPr wrap="square" lIns="0" tIns="0" rIns="0" bIns="0">
            <a:spAutoFit/>
          </a:bodyPr>
          <a:lstStyle/>
          <a:p>
            <a:pPr algn="ctr"/>
            <a:r>
              <a:rPr lang="en-US" sz="1400" i="1" dirty="0">
                <a:solidFill>
                  <a:srgbClr val="444444"/>
                </a:solidFill>
              </a:rPr>
              <a:t>Questions? We’d love to discuss!</a:t>
            </a: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16647</TotalTime>
  <Words>737</Words>
  <Application>Microsoft Office PowerPoint</Application>
  <PresentationFormat>On-screen Show (16:9)</PresentationFormat>
  <Paragraphs>142</Paragraphs>
  <Slides>10</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Aptos</vt:lpstr>
      <vt:lpstr>Aptos Display</vt:lpstr>
      <vt:lpstr>Arial</vt:lpstr>
      <vt:lpstr>Calibri</vt:lpstr>
      <vt:lpstr>Office Theme</vt:lpstr>
      <vt:lpstr>PowerPoint Presentation</vt:lpstr>
      <vt:lpstr>About Diabetic Retinopathy</vt:lpstr>
      <vt:lpstr>PowerPoint Presentation</vt:lpstr>
      <vt:lpstr>Research Aim</vt:lpstr>
      <vt:lpstr>PowerPoint Presentation</vt:lpstr>
      <vt:lpstr>How It Differs From Current Work</vt:lpstr>
      <vt:lpstr>PowerPoint Presentation</vt:lpstr>
      <vt:lpstr>Next Steps</vt:lpstr>
      <vt:lpstr>References</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Roy Suja, Roshan</dc:creator>
  <cp:lastModifiedBy>Kazim Alikhan</cp:lastModifiedBy>
  <cp:revision>18</cp:revision>
  <dcterms:modified xsi:type="dcterms:W3CDTF">2026-08-01T08:50:42Z</dcterms:modified>
</cp:coreProperties>
</file>