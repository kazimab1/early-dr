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12"/>
  </p:notesMasterIdLst>
  <p:handoutMasterIdLst>
    <p:handoutMasterId r:id="rId13"/>
  </p:handoutMasterIdLst>
  <p:sldIdLst>
    <p:sldId id="256" r:id="rId2"/>
    <p:sldId id="258" r:id="rId3"/>
    <p:sldId id="303" r:id="rId29"/>
    <p:sldId id="304" r:id="rId30"/>
    <p:sldId id="305" r:id="rId31"/>
    <p:sldId id="306" r:id="rId32"/>
    <p:sldId id="307" r:id="rId33"/>
    <p:sldId id="308" r:id="rId34"/>
    <p:sldId id="309" r:id="rId35"/>
    <p:sldId id="310" r:id="rId36"/>
    <p:sldId id="311" r:id="rId37"/>
    <p:sldId id="312" r:id="rId38"/>
    <p:sldId id="265" r:id="rId10"/>
    <p:sldId id="267" r:id="rId11"/>
  </p:sldIdLst>
  <p:sldSz cx="9144000" cy="5143500" type="screen16x9"/>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119" d="100"/>
          <a:sy n="119" d="100"/>
        </p:scale>
        <p:origin x="446" y="96"/>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312860-1975-8061-2CE3-B8E45943A68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4CFCB5A-3658-0982-E0B8-69C71A92D52F}"/>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DF0A7F9D-9802-4ED6-BF56-25C5E2F82295}" type="datetimeFigureOut">
              <a:rPr lang="en-US" smtClean="0"/>
              <a:t>7/22/2026</a:t>
            </a:fld>
            <a:endParaRPr lang="en-US"/>
          </a:p>
        </p:txBody>
      </p:sp>
      <p:sp>
        <p:nvSpPr>
          <p:cNvPr id="4" name="Footer Placeholder 3">
            <a:extLst>
              <a:ext uri="{FF2B5EF4-FFF2-40B4-BE49-F238E27FC236}">
                <a16:creationId xmlns:a16="http://schemas.microsoft.com/office/drawing/2014/main" id="{55939F0A-E2E7-21E1-8E46-E4DB86F5B260}"/>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7AE522C-0746-6130-9787-88A42369E183}"/>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3D1515B6-B6AE-41D6-8F0F-4DD928EAAC26}" type="slidenum">
              <a:rPr lang="en-US" smtClean="0"/>
              <a:t>‹#›</a:t>
            </a:fld>
            <a:endParaRPr lang="en-US"/>
          </a:p>
        </p:txBody>
      </p:sp>
    </p:spTree>
    <p:extLst>
      <p:ext uri="{BB962C8B-B14F-4D97-AF65-F5344CB8AC3E}">
        <p14:creationId xmlns:p14="http://schemas.microsoft.com/office/powerpoint/2010/main" val="407830834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09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4091"/>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409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409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r>
              <a:t>[0:08] Hi, my project is early detection of diabetic retinopathy from retinal photographs.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2:notes"/>
          <p:cNvSpPr txBox="1">
            <a:spLocks noGrp="1"/>
          </p:cNvSpPr>
          <p:nvPr>
            <p:ph type="body" idx="1"/>
          </p:nvPr>
        </p:nvSpPr>
        <p:spPr>
          <a:xfrm>
            <a:off x="914400" y="3300412"/>
            <a:ext cx="7315200" cy="2700338"/>
          </a:xfrm>
          <a:prstGeom prst="rect">
            <a:avLst/>
          </a:prstGeom>
          <a:noFill/>
          <a:ln>
            <a:noFill/>
          </a:ln>
        </p:spPr>
        <p:txBody>
          <a:bodyPr spcFirstLastPara="1" wrap="square" lIns="91425" tIns="45700" rIns="91425" bIns="45700" anchor="t" anchorCtr="0">
            <a:noAutofit/>
          </a:bodyPr>
          <a:lstStyle/>
          <a:p>
            <a:r>
              <a:t>[0:03] Thank you for listening.</a:t>
            </a:r>
          </a:p>
        </p:txBody>
      </p:sp>
      <p:sp>
        <p:nvSpPr>
          <p:cNvPr id="269" name="Google Shape;269;p22:notes"/>
          <p:cNvSpPr>
            <a:spLocks noGrp="1" noRot="1" noChangeAspect="1"/>
          </p:cNvSpPr>
          <p:nvPr>
            <p:ph type="sldImg" idx="2"/>
          </p:nvPr>
        </p:nvSpPr>
        <p:spPr>
          <a:xfrm>
            <a:off x="2514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[0:22] Let me start with why. The number of adults living with diabetes grew from 151 million in 2000 to 589 million in 2024. Each of them needs regular retinal screening, so the number of fundus images to grade keeps growing.</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[0:20] The screening pathway breaks down before an image is graded. About 60 percent of patients skip the annual exam, grading takes specialist time, and early disease has no symptoms. We need rapid, consistent triage right after the image is captured.</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[0:30] Early disease, grades 1 and 2, is where AI could help most. It is silent, so patients do not seek care. Much well-known work, such as Gulshan and colleagues, targets referable DR, and I found no study reporting early-DR sensitivity at a pre-set specificity. My tool is a triage aid, not a replacement.</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[0:35] Here is the gap. Public datasets like DDR, EyePACS and APTOS are often pooled to get more data. A recent review notes that multi-dataset training can mask poor external generalization, and I found no study testing whether a merged model learns the disease or the source. Accuracy can look excellent while the model over-flags or uses camera cues. An over-flagging tool overloads graders; an under-flagging one misses early disease.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[0:40] So my main question is: when datasets are merged for early-DR detection, does the model learn the disease or the source? Merging is common, yet I found no study testing it. RQ1 asks whether adding EyePACS really helps, using a negative-control merge. RQ2 asks whether a threshold frozen on validation survives a change of source, because AUROC can hide over-flagging or missed early cases. RQ3 asks whether capture cues like image size are predicting the label. The contribution is a protocol to test DR models before trusting them, not a new network.</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[0:25] This builds on a few pieces. Gulshan and colleagues showed deep learning for referable DR. DDR, EyePACS and APTOS are my data sources, and temperature scaling gives calibrated outputs. A recent review and a cross-camera study describe dataset and camera effects, but for referable DR. I still need a systematic literature search.</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[0:25] How is this different? My target is early DR at a fixed specificity. I test the merge itself, compare imbalance methods one at a time with a control, test on held-out patients and an external set, and report shortcut audits and calibrated probabilities. It is not a new network: the value is the design and the evidence.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[0:25] The method uses three arms: A is DDR only, B is DDR plus all EyePACS grades, source-balanced, and C is DDR plus only EyePACS grades 1, 3 and 4, an old merge kept as a negative control. I add honest splits, a shortcut audit, and a frozen operating point at specificity 0.90 set on validation.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[0:25] The model is simple: a fundus image is cropped and resized, passed through an EfficientNet-B0, then calibrated with temperature scaling and a prior-shift correction. The output is a probability of early disease and a flag, all set on validation data only.</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[0:20] For data I use DDR, EyePACS split by patient, and APTOS as an external test only. The splits are frozen files, and test sets are opened only through a declared analysis.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[0:15] Next steps: train the arms with several seeds, compare the imbalance methods, test on unseen sources with confidence intervals, and finish the literature search and thesis.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[0:03] These are my references.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10.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136195" y="2318983"/>
            <a:ext cx="5654749" cy="55238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136195" y="2894946"/>
            <a:ext cx="5654749" cy="1314450"/>
          </a:xfrm>
          <a:prstGeom prst="rect">
            <a:avLst/>
          </a:prstGeom>
          <a:noFill/>
          <a:ln>
            <a:noFill/>
          </a:ln>
        </p:spPr>
        <p:txBody>
          <a:bodyPr spcFirstLastPara="1" wrap="square" lIns="91425" tIns="45700" rIns="91425" bIns="45700" anchor="t" anchorCtr="0">
            <a:noAutofit/>
          </a:bodyPr>
          <a:lstStyle>
            <a:lvl1pPr lvl="0" algn="l">
              <a:lnSpc>
                <a:spcPct val="100000"/>
              </a:lnSpc>
              <a:spcBef>
                <a:spcPts val="340"/>
              </a:spcBef>
              <a:spcAft>
                <a:spcPts val="0"/>
              </a:spcAft>
              <a:buClr>
                <a:srgbClr val="4A4F55"/>
              </a:buClr>
              <a:buSzPts val="1700"/>
              <a:buNone/>
              <a:defRPr>
                <a:solidFill>
                  <a:srgbClr val="4A4F55"/>
                </a:solidFill>
              </a:defRPr>
            </a:lvl1pPr>
            <a:lvl2pPr lvl="1" algn="ctr">
              <a:lnSpc>
                <a:spcPct val="100000"/>
              </a:lnSpc>
              <a:spcBef>
                <a:spcPts val="300"/>
              </a:spcBef>
              <a:spcAft>
                <a:spcPts val="0"/>
              </a:spcAft>
              <a:buClr>
                <a:srgbClr val="888888"/>
              </a:buClr>
              <a:buSzPts val="1500"/>
              <a:buNone/>
              <a:defRPr>
                <a:solidFill>
                  <a:srgbClr val="888888"/>
                </a:solidFill>
              </a:defRPr>
            </a:lvl2pPr>
            <a:lvl3pPr lvl="2" algn="ctr">
              <a:lnSpc>
                <a:spcPct val="100000"/>
              </a:lnSpc>
              <a:spcBef>
                <a:spcPts val="280"/>
              </a:spcBef>
              <a:spcAft>
                <a:spcPts val="0"/>
              </a:spcAft>
              <a:buClr>
                <a:srgbClr val="888888"/>
              </a:buClr>
              <a:buSzPts val="1400"/>
              <a:buNone/>
              <a:defRPr>
                <a:solidFill>
                  <a:srgbClr val="888888"/>
                </a:solidFill>
              </a:defRPr>
            </a:lvl3pPr>
            <a:lvl4pPr lvl="3" algn="ctr">
              <a:lnSpc>
                <a:spcPct val="100000"/>
              </a:lnSpc>
              <a:spcBef>
                <a:spcPts val="240"/>
              </a:spcBef>
              <a:spcAft>
                <a:spcPts val="0"/>
              </a:spcAft>
              <a:buClr>
                <a:srgbClr val="888888"/>
              </a:buClr>
              <a:buSzPts val="12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sp>
        <p:nvSpPr>
          <p:cNvPr id="18" name="Google Shape;18;p2"/>
          <p:cNvSpPr txBox="1">
            <a:spLocks noGrp="1"/>
          </p:cNvSpPr>
          <p:nvPr>
            <p:ph type="sldNum" idx="12"/>
          </p:nvPr>
        </p:nvSpPr>
        <p:spPr>
          <a:xfrm>
            <a:off x="7010400" y="4869656"/>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 name="Google Shape;19;p2" descr="A close up of a logo  Description automatically generated"/>
          <p:cNvPicPr preferRelativeResize="0"/>
          <p:nvPr/>
        </p:nvPicPr>
        <p:blipFill rotWithShape="1">
          <a:blip r:embed="rId2">
            <a:alphaModFix/>
          </a:blip>
          <a:srcRect/>
          <a:stretch/>
        </p:blipFill>
        <p:spPr>
          <a:xfrm>
            <a:off x="0" y="0"/>
            <a:ext cx="9144000" cy="1262063"/>
          </a:xfrm>
          <a:prstGeom prst="rect">
            <a:avLst/>
          </a:prstGeom>
          <a:noFill/>
          <a:ln>
            <a:noFill/>
          </a:ln>
        </p:spPr>
      </p:pic>
      <p:pic>
        <p:nvPicPr>
          <p:cNvPr id="20" name="Google Shape;20;p2"/>
          <p:cNvPicPr preferRelativeResize="0"/>
          <p:nvPr/>
        </p:nvPicPr>
        <p:blipFill rotWithShape="1">
          <a:blip r:embed="rId3">
            <a:alphaModFix/>
          </a:blip>
          <a:srcRect b="6847"/>
          <a:stretch/>
        </p:blipFill>
        <p:spPr>
          <a:xfrm>
            <a:off x="299504" y="184149"/>
            <a:ext cx="1819687" cy="1937259"/>
          </a:xfrm>
          <a:prstGeom prst="rect">
            <a:avLst/>
          </a:prstGeom>
          <a:noFill/>
          <a:ln>
            <a:noFill/>
          </a:ln>
        </p:spPr>
      </p:pic>
      <p:pic>
        <p:nvPicPr>
          <p:cNvPr id="21" name="Google Shape;21;p2" descr="A close up of a logo  Description automatically generated"/>
          <p:cNvPicPr preferRelativeResize="0"/>
          <p:nvPr/>
        </p:nvPicPr>
        <p:blipFill rotWithShape="1">
          <a:blip r:embed="rId4">
            <a:alphaModFix/>
          </a:blip>
          <a:srcRect/>
          <a:stretch/>
        </p:blipFill>
        <p:spPr>
          <a:xfrm>
            <a:off x="2096677" y="934104"/>
            <a:ext cx="6928451" cy="538523"/>
          </a:xfrm>
          <a:prstGeom prst="rect">
            <a:avLst/>
          </a:prstGeom>
          <a:noFill/>
          <a:ln>
            <a:noFill/>
          </a:ln>
        </p:spPr>
      </p:pic>
      <p:pic>
        <p:nvPicPr>
          <p:cNvPr id="22" name="Google Shape;22;p2"/>
          <p:cNvPicPr preferRelativeResize="0"/>
          <p:nvPr/>
        </p:nvPicPr>
        <p:blipFill rotWithShape="1">
          <a:blip r:embed="rId5">
            <a:alphaModFix amt="12000"/>
          </a:blip>
          <a:srcRect l="4751" t="1941" r="-4750" b="51083"/>
          <a:stretch/>
        </p:blipFill>
        <p:spPr>
          <a:xfrm>
            <a:off x="6864096" y="1829521"/>
            <a:ext cx="1924301" cy="331397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536408" y="237636"/>
            <a:ext cx="8140628"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536408" y="1177748"/>
            <a:ext cx="8140628" cy="339447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o"/>
              <a:defRPr/>
            </a:lvl3pPr>
            <a:lvl4pPr marL="1828800" lvl="3" indent="-342900" algn="l">
              <a:lnSpc>
                <a:spcPct val="100000"/>
              </a:lnSpc>
              <a:spcBef>
                <a:spcPts val="360"/>
              </a:spcBef>
              <a:spcAft>
                <a:spcPts val="0"/>
              </a:spcAft>
              <a:buClr>
                <a:srgbClr val="7F7F7F"/>
              </a:buClr>
              <a:buSzPts val="1800"/>
              <a:buChar char="–"/>
              <a:defRPr/>
            </a:lvl4pPr>
            <a:lvl5pPr marL="2286000" lvl="4" indent="-342900" algn="l">
              <a:lnSpc>
                <a:spcPct val="100000"/>
              </a:lnSpc>
              <a:spcBef>
                <a:spcPts val="360"/>
              </a:spcBef>
              <a:spcAft>
                <a:spcPts val="0"/>
              </a:spcAft>
              <a:buClr>
                <a:srgbClr val="7F7F7F"/>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6" name="Google Shape;26;p3" descr="A close up of a logo  Description automatically generated"/>
          <p:cNvPicPr preferRelativeResize="0"/>
          <p:nvPr/>
        </p:nvPicPr>
        <p:blipFill rotWithShape="1">
          <a:blip r:embed="rId2">
            <a:alphaModFix/>
          </a:blip>
          <a:srcRect b="-4198"/>
          <a:stretch/>
        </p:blipFill>
        <p:spPr>
          <a:xfrm>
            <a:off x="0" y="0"/>
            <a:ext cx="876601" cy="796293"/>
          </a:xfrm>
          <a:prstGeom prst="rect">
            <a:avLst/>
          </a:prstGeom>
          <a:noFill/>
          <a:ln>
            <a:noFill/>
          </a:ln>
        </p:spPr>
      </p:pic>
      <p:grpSp>
        <p:nvGrpSpPr>
          <p:cNvPr id="27" name="Google Shape;27;p3"/>
          <p:cNvGrpSpPr/>
          <p:nvPr/>
        </p:nvGrpSpPr>
        <p:grpSpPr>
          <a:xfrm>
            <a:off x="182346" y="104249"/>
            <a:ext cx="570006" cy="4473696"/>
            <a:chOff x="182346" y="104249"/>
            <a:chExt cx="570006" cy="4473696"/>
          </a:xfrm>
        </p:grpSpPr>
        <p:pic>
          <p:nvPicPr>
            <p:cNvPr id="28" name="Google Shape;28;p3" descr="A close up of a logo  Description automatically generated"/>
            <p:cNvPicPr preferRelativeResize="0"/>
            <p:nvPr/>
          </p:nvPicPr>
          <p:blipFill rotWithShape="1">
            <a:blip r:embed="rId3">
              <a:alphaModFix/>
            </a:blip>
            <a:srcRect/>
            <a:stretch/>
          </p:blipFill>
          <p:spPr>
            <a:xfrm>
              <a:off x="182346" y="104249"/>
              <a:ext cx="570006" cy="538523"/>
            </a:xfrm>
            <a:prstGeom prst="rect">
              <a:avLst/>
            </a:prstGeom>
            <a:noFill/>
            <a:ln>
              <a:noFill/>
            </a:ln>
          </p:spPr>
        </p:pic>
        <p:sp>
          <p:nvSpPr>
            <p:cNvPr id="29" name="Google Shape;29;p3"/>
            <p:cNvSpPr/>
            <p:nvPr/>
          </p:nvSpPr>
          <p:spPr>
            <a:xfrm rot="5400000">
              <a:off x="-1801902" y="2538833"/>
              <a:ext cx="4023360" cy="54864"/>
            </a:xfrm>
            <a:prstGeom prst="rect">
              <a:avLst/>
            </a:pr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Section Header" type="secHead">
  <p:cSld name="SECTION_HEADER">
    <p:spTree>
      <p:nvGrpSpPr>
        <p:cNvPr id="1" name="Shape 30"/>
        <p:cNvGrpSpPr/>
        <p:nvPr/>
      </p:nvGrpSpPr>
      <p:grpSpPr>
        <a:xfrm>
          <a:off x="0" y="0"/>
          <a:ext cx="0" cy="0"/>
          <a:chOff x="0" y="0"/>
          <a:chExt cx="0" cy="0"/>
        </a:xfrm>
      </p:grpSpPr>
      <p:pic>
        <p:nvPicPr>
          <p:cNvPr id="31" name="Google Shape;31;p4" descr="A large white building  Description automatically generated"/>
          <p:cNvPicPr preferRelativeResize="0"/>
          <p:nvPr/>
        </p:nvPicPr>
        <p:blipFill rotWithShape="1">
          <a:blip r:embed="rId2">
            <a:alphaModFix/>
          </a:blip>
          <a:srcRect l="2193" t="294" r="2531" b="-293"/>
          <a:stretch/>
        </p:blipFill>
        <p:spPr>
          <a:xfrm>
            <a:off x="1793311" y="0"/>
            <a:ext cx="7350689" cy="5143500"/>
          </a:xfrm>
          <a:prstGeom prst="rect">
            <a:avLst/>
          </a:prstGeom>
          <a:noFill/>
          <a:ln>
            <a:noFill/>
          </a:ln>
        </p:spPr>
      </p:pic>
      <p:grpSp>
        <p:nvGrpSpPr>
          <p:cNvPr id="32" name="Google Shape;32;p4"/>
          <p:cNvGrpSpPr/>
          <p:nvPr/>
        </p:nvGrpSpPr>
        <p:grpSpPr>
          <a:xfrm>
            <a:off x="439200" y="0"/>
            <a:ext cx="6377354" cy="5154356"/>
            <a:chOff x="0" y="-1"/>
            <a:chExt cx="6377354" cy="5150732"/>
          </a:xfrm>
        </p:grpSpPr>
        <p:sp>
          <p:nvSpPr>
            <p:cNvPr id="33" name="Google Shape;33;p4"/>
            <p:cNvSpPr/>
            <p:nvPr/>
          </p:nvSpPr>
          <p:spPr>
            <a:xfrm>
              <a:off x="0" y="0"/>
              <a:ext cx="3059877" cy="5143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 name="Google Shape;34;p4"/>
            <p:cNvSpPr/>
            <p:nvPr/>
          </p:nvSpPr>
          <p:spPr>
            <a:xfrm rot="5400000">
              <a:off x="2143249" y="916627"/>
              <a:ext cx="5150732" cy="3317477"/>
            </a:xfrm>
            <a:prstGeom prst="triangle">
              <a:avLst>
                <a:gd name="adj" fmla="val 0"/>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35" name="Google Shape;35;p4"/>
          <p:cNvGrpSpPr/>
          <p:nvPr/>
        </p:nvGrpSpPr>
        <p:grpSpPr>
          <a:xfrm>
            <a:off x="-80647" y="-2"/>
            <a:ext cx="6377354" cy="5156081"/>
            <a:chOff x="0" y="-1"/>
            <a:chExt cx="6377354" cy="5150732"/>
          </a:xfrm>
        </p:grpSpPr>
        <p:sp>
          <p:nvSpPr>
            <p:cNvPr id="36" name="Google Shape;36;p4"/>
            <p:cNvSpPr/>
            <p:nvPr/>
          </p:nvSpPr>
          <p:spPr>
            <a:xfrm>
              <a:off x="0" y="0"/>
              <a:ext cx="3059877"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 name="Google Shape;37;p4"/>
            <p:cNvSpPr/>
            <p:nvPr/>
          </p:nvSpPr>
          <p:spPr>
            <a:xfrm rot="5400000">
              <a:off x="2143249" y="916627"/>
              <a:ext cx="5150732" cy="3317477"/>
            </a:xfrm>
            <a:prstGeom prst="triangle">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38" name="Google Shape;38;p4"/>
          <p:cNvSpPr/>
          <p:nvPr/>
        </p:nvSpPr>
        <p:spPr>
          <a:xfrm rot="1956373">
            <a:off x="4575729" y="1038850"/>
            <a:ext cx="133535" cy="4514253"/>
          </a:xfrm>
          <a:custGeom>
            <a:avLst/>
            <a:gdLst/>
            <a:ahLst/>
            <a:cxnLst/>
            <a:rect l="l" t="t" r="r" b="b"/>
            <a:pathLst>
              <a:path w="74404" h="4514253" extrusionOk="0">
                <a:moveTo>
                  <a:pt x="4066" y="131585"/>
                </a:moveTo>
                <a:lnTo>
                  <a:pt x="69305" y="0"/>
                </a:lnTo>
                <a:cubicBezTo>
                  <a:pt x="71005" y="1472062"/>
                  <a:pt x="72704" y="2944124"/>
                  <a:pt x="74404" y="4416186"/>
                </a:cubicBezTo>
                <a:lnTo>
                  <a:pt x="0" y="4514253"/>
                </a:lnTo>
                <a:cubicBezTo>
                  <a:pt x="3151" y="3086053"/>
                  <a:pt x="915" y="1559785"/>
                  <a:pt x="4066" y="131585"/>
                </a:cubicBezTo>
                <a:close/>
              </a:path>
            </a:pathLst>
          </a:cu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9" name="Google Shape;39;p4"/>
          <p:cNvSpPr txBox="1">
            <a:spLocks noGrp="1"/>
          </p:cNvSpPr>
          <p:nvPr>
            <p:ph type="title"/>
          </p:nvPr>
        </p:nvSpPr>
        <p:spPr>
          <a:xfrm>
            <a:off x="601358" y="470882"/>
            <a:ext cx="3592512"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2400"/>
              <a:buFont typeface="Arial"/>
              <a:buNone/>
              <a:defRPr sz="24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
          <p:cNvSpPr txBox="1">
            <a:spLocks noGrp="1"/>
          </p:cNvSpPr>
          <p:nvPr>
            <p:ph type="body" idx="1"/>
          </p:nvPr>
        </p:nvSpPr>
        <p:spPr>
          <a:xfrm>
            <a:off x="601358" y="1492438"/>
            <a:ext cx="3592512" cy="34409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00"/>
              </a:spcBef>
              <a:spcAft>
                <a:spcPts val="0"/>
              </a:spcAft>
              <a:buClr>
                <a:srgbClr val="4A4F55"/>
              </a:buClr>
              <a:buSzPts val="1500"/>
              <a:buNone/>
              <a:defRPr sz="1500">
                <a:solidFill>
                  <a:srgbClr val="4A4F55"/>
                </a:solidFill>
              </a:defRPr>
            </a:lvl1pPr>
            <a:lvl2pPr marL="914400" lvl="1" indent="-228600" algn="l">
              <a:lnSpc>
                <a:spcPct val="100000"/>
              </a:lnSpc>
              <a:spcBef>
                <a:spcPts val="270"/>
              </a:spcBef>
              <a:spcAft>
                <a:spcPts val="0"/>
              </a:spcAft>
              <a:buClr>
                <a:srgbClr val="888888"/>
              </a:buClr>
              <a:buSzPts val="1350"/>
              <a:buNone/>
              <a:defRPr sz="1350">
                <a:solidFill>
                  <a:srgbClr val="888888"/>
                </a:solidFill>
              </a:defRPr>
            </a:lvl2pPr>
            <a:lvl3pPr marL="1371600" lvl="2" indent="-228600" algn="l">
              <a:lnSpc>
                <a:spcPct val="100000"/>
              </a:lnSpc>
              <a:spcBef>
                <a:spcPts val="240"/>
              </a:spcBef>
              <a:spcAft>
                <a:spcPts val="0"/>
              </a:spcAft>
              <a:buClr>
                <a:srgbClr val="888888"/>
              </a:buClr>
              <a:buSzPts val="1200"/>
              <a:buNone/>
              <a:defRPr sz="1200">
                <a:solidFill>
                  <a:srgbClr val="888888"/>
                </a:solidFill>
              </a:defRPr>
            </a:lvl3pPr>
            <a:lvl4pPr marL="1828800" lvl="3" indent="-228600" algn="l">
              <a:lnSpc>
                <a:spcPct val="100000"/>
              </a:lnSpc>
              <a:spcBef>
                <a:spcPts val="210"/>
              </a:spcBef>
              <a:spcAft>
                <a:spcPts val="0"/>
              </a:spcAft>
              <a:buClr>
                <a:srgbClr val="888888"/>
              </a:buClr>
              <a:buSzPts val="1050"/>
              <a:buNone/>
              <a:defRPr sz="1050">
                <a:solidFill>
                  <a:srgbClr val="888888"/>
                </a:solidFill>
              </a:defRPr>
            </a:lvl4pPr>
            <a:lvl5pPr marL="2286000" lvl="4" indent="-228600" algn="l">
              <a:lnSpc>
                <a:spcPct val="100000"/>
              </a:lnSpc>
              <a:spcBef>
                <a:spcPts val="210"/>
              </a:spcBef>
              <a:spcAft>
                <a:spcPts val="0"/>
              </a:spcAft>
              <a:buClr>
                <a:srgbClr val="888888"/>
              </a:buClr>
              <a:buSzPts val="1050"/>
              <a:buNone/>
              <a:defRPr sz="1050">
                <a:solidFill>
                  <a:srgbClr val="888888"/>
                </a:solidFill>
              </a:defRPr>
            </a:lvl5pPr>
            <a:lvl6pPr marL="2743200" lvl="5" indent="-228600" algn="l">
              <a:lnSpc>
                <a:spcPct val="100000"/>
              </a:lnSpc>
              <a:spcBef>
                <a:spcPts val="210"/>
              </a:spcBef>
              <a:spcAft>
                <a:spcPts val="0"/>
              </a:spcAft>
              <a:buClr>
                <a:srgbClr val="888888"/>
              </a:buClr>
              <a:buSzPts val="1050"/>
              <a:buNone/>
              <a:defRPr sz="1050">
                <a:solidFill>
                  <a:srgbClr val="888888"/>
                </a:solidFill>
              </a:defRPr>
            </a:lvl6pPr>
            <a:lvl7pPr marL="3200400" lvl="6" indent="-228600" algn="l">
              <a:lnSpc>
                <a:spcPct val="100000"/>
              </a:lnSpc>
              <a:spcBef>
                <a:spcPts val="210"/>
              </a:spcBef>
              <a:spcAft>
                <a:spcPts val="0"/>
              </a:spcAft>
              <a:buClr>
                <a:srgbClr val="888888"/>
              </a:buClr>
              <a:buSzPts val="1050"/>
              <a:buNone/>
              <a:defRPr sz="1050">
                <a:solidFill>
                  <a:srgbClr val="888888"/>
                </a:solidFill>
              </a:defRPr>
            </a:lvl7pPr>
            <a:lvl8pPr marL="3657600" lvl="7" indent="-228600" algn="l">
              <a:lnSpc>
                <a:spcPct val="100000"/>
              </a:lnSpc>
              <a:spcBef>
                <a:spcPts val="210"/>
              </a:spcBef>
              <a:spcAft>
                <a:spcPts val="0"/>
              </a:spcAft>
              <a:buClr>
                <a:srgbClr val="888888"/>
              </a:buClr>
              <a:buSzPts val="1050"/>
              <a:buNone/>
              <a:defRPr sz="1050">
                <a:solidFill>
                  <a:srgbClr val="888888"/>
                </a:solidFill>
              </a:defRPr>
            </a:lvl8pPr>
            <a:lvl9pPr marL="4114800" lvl="8" indent="-228600" algn="l">
              <a:lnSpc>
                <a:spcPct val="100000"/>
              </a:lnSpc>
              <a:spcBef>
                <a:spcPts val="210"/>
              </a:spcBef>
              <a:spcAft>
                <a:spcPts val="0"/>
              </a:spcAft>
              <a:buClr>
                <a:srgbClr val="888888"/>
              </a:buClr>
              <a:buSzPts val="1050"/>
              <a:buNone/>
              <a:defRPr sz="1050">
                <a:solidFill>
                  <a:srgbClr val="888888"/>
                </a:solidFill>
              </a:defRPr>
            </a:lvl9pPr>
          </a:lstStyle>
          <a:p>
            <a:endParaRPr/>
          </a:p>
        </p:txBody>
      </p:sp>
      <p:sp>
        <p:nvSpPr>
          <p:cNvPr id="41" name="Google Shape;41;p4"/>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2"/>
        <p:cNvGrpSpPr/>
        <p:nvPr/>
      </p:nvGrpSpPr>
      <p:grpSpPr>
        <a:xfrm>
          <a:off x="0" y="0"/>
          <a:ext cx="0" cy="0"/>
          <a:chOff x="0" y="0"/>
          <a:chExt cx="0" cy="0"/>
        </a:xfrm>
      </p:grpSpPr>
      <p:sp>
        <p:nvSpPr>
          <p:cNvPr id="43" name="Google Shape;43;p5"/>
          <p:cNvSpPr/>
          <p:nvPr/>
        </p:nvSpPr>
        <p:spPr>
          <a:xfrm>
            <a:off x="4683760" y="9004"/>
            <a:ext cx="4460240" cy="5134496"/>
          </a:xfrm>
          <a:prstGeom prst="rect">
            <a:avLst/>
          </a:prstGeom>
          <a:solidFill>
            <a:srgbClr val="272324"/>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44" name="Google Shape;44;p5" descr="A large white building  Description automatically generated"/>
          <p:cNvPicPr preferRelativeResize="0"/>
          <p:nvPr/>
        </p:nvPicPr>
        <p:blipFill rotWithShape="1">
          <a:blip r:embed="rId2">
            <a:alphaModFix/>
          </a:blip>
          <a:srcRect/>
          <a:stretch/>
        </p:blipFill>
        <p:spPr>
          <a:xfrm>
            <a:off x="4976603" y="556528"/>
            <a:ext cx="4167397" cy="4586971"/>
          </a:xfrm>
          <a:prstGeom prst="rect">
            <a:avLst/>
          </a:prstGeom>
          <a:noFill/>
          <a:ln>
            <a:noFill/>
          </a:ln>
          <a:effectLst>
            <a:outerShdw algn="ctr" rotWithShape="0">
              <a:srgbClr val="000000">
                <a:alpha val="42352"/>
              </a:srgbClr>
            </a:outerShdw>
          </a:effectLst>
        </p:spPr>
      </p:pic>
      <p:sp>
        <p:nvSpPr>
          <p:cNvPr id="45" name="Google Shape;45;p5"/>
          <p:cNvSpPr txBox="1">
            <a:spLocks noGrp="1"/>
          </p:cNvSpPr>
          <p:nvPr>
            <p:ph type="sldNum" idx="12"/>
          </p:nvPr>
        </p:nvSpPr>
        <p:spPr>
          <a:xfrm>
            <a:off x="7010400" y="4869656"/>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6" name="Google Shape;46;p5"/>
          <p:cNvSpPr txBox="1">
            <a:spLocks noGrp="1"/>
          </p:cNvSpPr>
          <p:nvPr>
            <p:ph type="subTitle" idx="1"/>
          </p:nvPr>
        </p:nvSpPr>
        <p:spPr>
          <a:xfrm>
            <a:off x="318901" y="1224321"/>
            <a:ext cx="4009259" cy="1314450"/>
          </a:xfrm>
          <a:prstGeom prst="rect">
            <a:avLst/>
          </a:prstGeom>
          <a:noFill/>
          <a:ln>
            <a:noFill/>
          </a:ln>
        </p:spPr>
        <p:txBody>
          <a:bodyPr spcFirstLastPara="1" wrap="square" lIns="91425" tIns="45700" rIns="91425" bIns="45700" anchor="t" anchorCtr="0">
            <a:noAutofit/>
          </a:bodyPr>
          <a:lstStyle>
            <a:lvl1pPr lvl="0" algn="l">
              <a:lnSpc>
                <a:spcPct val="100000"/>
              </a:lnSpc>
              <a:spcBef>
                <a:spcPts val="340"/>
              </a:spcBef>
              <a:spcAft>
                <a:spcPts val="0"/>
              </a:spcAft>
              <a:buClr>
                <a:srgbClr val="4A4F55"/>
              </a:buClr>
              <a:buSzPts val="1700"/>
              <a:buNone/>
              <a:defRPr>
                <a:solidFill>
                  <a:srgbClr val="4A4F55"/>
                </a:solidFill>
              </a:defRPr>
            </a:lvl1pPr>
            <a:lvl2pPr lvl="1" algn="ctr">
              <a:lnSpc>
                <a:spcPct val="100000"/>
              </a:lnSpc>
              <a:spcBef>
                <a:spcPts val="300"/>
              </a:spcBef>
              <a:spcAft>
                <a:spcPts val="0"/>
              </a:spcAft>
              <a:buClr>
                <a:srgbClr val="888888"/>
              </a:buClr>
              <a:buSzPts val="1500"/>
              <a:buNone/>
              <a:defRPr>
                <a:solidFill>
                  <a:srgbClr val="888888"/>
                </a:solidFill>
              </a:defRPr>
            </a:lvl2pPr>
            <a:lvl3pPr lvl="2" algn="ctr">
              <a:lnSpc>
                <a:spcPct val="100000"/>
              </a:lnSpc>
              <a:spcBef>
                <a:spcPts val="280"/>
              </a:spcBef>
              <a:spcAft>
                <a:spcPts val="0"/>
              </a:spcAft>
              <a:buClr>
                <a:srgbClr val="888888"/>
              </a:buClr>
              <a:buSzPts val="1400"/>
              <a:buNone/>
              <a:defRPr>
                <a:solidFill>
                  <a:srgbClr val="888888"/>
                </a:solidFill>
              </a:defRPr>
            </a:lvl3pPr>
            <a:lvl4pPr lvl="3" algn="ctr">
              <a:lnSpc>
                <a:spcPct val="100000"/>
              </a:lnSpc>
              <a:spcBef>
                <a:spcPts val="240"/>
              </a:spcBef>
              <a:spcAft>
                <a:spcPts val="0"/>
              </a:spcAft>
              <a:buClr>
                <a:srgbClr val="888888"/>
              </a:buClr>
              <a:buSzPts val="12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pic>
        <p:nvPicPr>
          <p:cNvPr id="47" name="Google Shape;47;p5"/>
          <p:cNvPicPr preferRelativeResize="0"/>
          <p:nvPr/>
        </p:nvPicPr>
        <p:blipFill rotWithShape="1">
          <a:blip r:embed="rId3">
            <a:alphaModFix/>
          </a:blip>
          <a:srcRect b="6847"/>
          <a:stretch/>
        </p:blipFill>
        <p:spPr>
          <a:xfrm>
            <a:off x="7713518" y="2762"/>
            <a:ext cx="1407332" cy="1498261"/>
          </a:xfrm>
          <a:prstGeom prst="rect">
            <a:avLst/>
          </a:prstGeom>
          <a:noFill/>
          <a:ln>
            <a:noFill/>
          </a:ln>
        </p:spPr>
      </p:pic>
      <p:pic>
        <p:nvPicPr>
          <p:cNvPr id="48" name="Google Shape;48;p5" descr="A close up of a logo  Description automatically generated"/>
          <p:cNvPicPr preferRelativeResize="0"/>
          <p:nvPr/>
        </p:nvPicPr>
        <p:blipFill rotWithShape="1">
          <a:blip r:embed="rId4">
            <a:alphaModFix/>
          </a:blip>
          <a:srcRect b="19853"/>
          <a:stretch/>
        </p:blipFill>
        <p:spPr>
          <a:xfrm>
            <a:off x="4840586" y="2791962"/>
            <a:ext cx="818534" cy="2200843"/>
          </a:xfrm>
          <a:prstGeom prst="rect">
            <a:avLst/>
          </a:prstGeom>
          <a:noFill/>
          <a:ln>
            <a:noFill/>
          </a:ln>
        </p:spPr>
      </p:pic>
      <p:pic>
        <p:nvPicPr>
          <p:cNvPr id="49" name="Google Shape;49;p5" descr="A picture containing baseball  Description automatically generated"/>
          <p:cNvPicPr preferRelativeResize="0"/>
          <p:nvPr/>
        </p:nvPicPr>
        <p:blipFill rotWithShape="1">
          <a:blip r:embed="rId5">
            <a:alphaModFix/>
          </a:blip>
          <a:srcRect/>
          <a:stretch/>
        </p:blipFill>
        <p:spPr>
          <a:xfrm>
            <a:off x="6606209" y="1407073"/>
            <a:ext cx="1332108" cy="877805"/>
          </a:xfrm>
          <a:prstGeom prst="rect">
            <a:avLst/>
          </a:prstGeom>
          <a:noFill/>
          <a:ln>
            <a:noFill/>
          </a:ln>
        </p:spPr>
      </p:pic>
      <p:sp>
        <p:nvSpPr>
          <p:cNvPr id="50" name="Google Shape;50;p5"/>
          <p:cNvSpPr txBox="1">
            <a:spLocks noGrp="1"/>
          </p:cNvSpPr>
          <p:nvPr>
            <p:ph type="title"/>
          </p:nvPr>
        </p:nvSpPr>
        <p:spPr>
          <a:xfrm>
            <a:off x="228600" y="170261"/>
            <a:ext cx="8769096"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5_Title Slide">
  <p:cSld name="5_Title Slide">
    <p:spTree>
      <p:nvGrpSpPr>
        <p:cNvPr id="1" name="Shape 51"/>
        <p:cNvGrpSpPr/>
        <p:nvPr/>
      </p:nvGrpSpPr>
      <p:grpSpPr>
        <a:xfrm>
          <a:off x="0" y="0"/>
          <a:ext cx="0" cy="0"/>
          <a:chOff x="0" y="0"/>
          <a:chExt cx="0" cy="0"/>
        </a:xfrm>
      </p:grpSpPr>
      <p:sp>
        <p:nvSpPr>
          <p:cNvPr id="52" name="Google Shape;52;p6"/>
          <p:cNvSpPr/>
          <p:nvPr/>
        </p:nvSpPr>
        <p:spPr>
          <a:xfrm>
            <a:off x="5332353" y="9004"/>
            <a:ext cx="3788497" cy="5134496"/>
          </a:xfrm>
          <a:prstGeom prst="rect">
            <a:avLst/>
          </a:prstGeom>
          <a:solidFill>
            <a:srgbClr val="272324"/>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3" name="Google Shape;53;p6" descr="A large white building  Description automatically generated"/>
          <p:cNvPicPr preferRelativeResize="0"/>
          <p:nvPr/>
        </p:nvPicPr>
        <p:blipFill rotWithShape="1">
          <a:blip r:embed="rId2">
            <a:alphaModFix/>
          </a:blip>
          <a:srcRect r="16118"/>
          <a:stretch/>
        </p:blipFill>
        <p:spPr>
          <a:xfrm>
            <a:off x="5625197" y="556528"/>
            <a:ext cx="3495654" cy="4586971"/>
          </a:xfrm>
          <a:prstGeom prst="rect">
            <a:avLst/>
          </a:prstGeom>
          <a:noFill/>
          <a:ln>
            <a:noFill/>
          </a:ln>
          <a:effectLst>
            <a:outerShdw algn="ctr" rotWithShape="0">
              <a:srgbClr val="000000">
                <a:alpha val="42352"/>
              </a:srgbClr>
            </a:outerShdw>
          </a:effectLst>
        </p:spPr>
      </p:pic>
      <p:sp>
        <p:nvSpPr>
          <p:cNvPr id="54" name="Google Shape;54;p6"/>
          <p:cNvSpPr txBox="1">
            <a:spLocks noGrp="1"/>
          </p:cNvSpPr>
          <p:nvPr>
            <p:ph type="sldNum" idx="12"/>
          </p:nvPr>
        </p:nvSpPr>
        <p:spPr>
          <a:xfrm>
            <a:off x="7010400" y="4869656"/>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55" name="Google Shape;55;p6"/>
          <p:cNvSpPr txBox="1">
            <a:spLocks noGrp="1"/>
          </p:cNvSpPr>
          <p:nvPr>
            <p:ph type="subTitle" idx="1"/>
          </p:nvPr>
        </p:nvSpPr>
        <p:spPr>
          <a:xfrm>
            <a:off x="318901" y="1224321"/>
            <a:ext cx="4009259" cy="1314450"/>
          </a:xfrm>
          <a:prstGeom prst="rect">
            <a:avLst/>
          </a:prstGeom>
          <a:noFill/>
          <a:ln>
            <a:noFill/>
          </a:ln>
        </p:spPr>
        <p:txBody>
          <a:bodyPr spcFirstLastPara="1" wrap="square" lIns="91425" tIns="45700" rIns="91425" bIns="45700" anchor="t" anchorCtr="0">
            <a:noAutofit/>
          </a:bodyPr>
          <a:lstStyle>
            <a:lvl1pPr lvl="0" algn="l">
              <a:lnSpc>
                <a:spcPct val="100000"/>
              </a:lnSpc>
              <a:spcBef>
                <a:spcPts val="340"/>
              </a:spcBef>
              <a:spcAft>
                <a:spcPts val="0"/>
              </a:spcAft>
              <a:buClr>
                <a:srgbClr val="4A4F55"/>
              </a:buClr>
              <a:buSzPts val="1700"/>
              <a:buNone/>
              <a:defRPr>
                <a:solidFill>
                  <a:srgbClr val="4A4F55"/>
                </a:solidFill>
              </a:defRPr>
            </a:lvl1pPr>
            <a:lvl2pPr lvl="1" algn="ctr">
              <a:lnSpc>
                <a:spcPct val="100000"/>
              </a:lnSpc>
              <a:spcBef>
                <a:spcPts val="300"/>
              </a:spcBef>
              <a:spcAft>
                <a:spcPts val="0"/>
              </a:spcAft>
              <a:buClr>
                <a:srgbClr val="888888"/>
              </a:buClr>
              <a:buSzPts val="1500"/>
              <a:buNone/>
              <a:defRPr>
                <a:solidFill>
                  <a:srgbClr val="888888"/>
                </a:solidFill>
              </a:defRPr>
            </a:lvl2pPr>
            <a:lvl3pPr lvl="2" algn="ctr">
              <a:lnSpc>
                <a:spcPct val="100000"/>
              </a:lnSpc>
              <a:spcBef>
                <a:spcPts val="280"/>
              </a:spcBef>
              <a:spcAft>
                <a:spcPts val="0"/>
              </a:spcAft>
              <a:buClr>
                <a:srgbClr val="888888"/>
              </a:buClr>
              <a:buSzPts val="1400"/>
              <a:buNone/>
              <a:defRPr>
                <a:solidFill>
                  <a:srgbClr val="888888"/>
                </a:solidFill>
              </a:defRPr>
            </a:lvl3pPr>
            <a:lvl4pPr lvl="3" algn="ctr">
              <a:lnSpc>
                <a:spcPct val="100000"/>
              </a:lnSpc>
              <a:spcBef>
                <a:spcPts val="240"/>
              </a:spcBef>
              <a:spcAft>
                <a:spcPts val="0"/>
              </a:spcAft>
              <a:buClr>
                <a:srgbClr val="888888"/>
              </a:buClr>
              <a:buSzPts val="12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pic>
        <p:nvPicPr>
          <p:cNvPr id="56" name="Google Shape;56;p6"/>
          <p:cNvPicPr preferRelativeResize="0"/>
          <p:nvPr/>
        </p:nvPicPr>
        <p:blipFill rotWithShape="1">
          <a:blip r:embed="rId3">
            <a:alphaModFix/>
          </a:blip>
          <a:srcRect b="6847"/>
          <a:stretch/>
        </p:blipFill>
        <p:spPr>
          <a:xfrm>
            <a:off x="7713518" y="2762"/>
            <a:ext cx="1407332" cy="1498261"/>
          </a:xfrm>
          <a:prstGeom prst="rect">
            <a:avLst/>
          </a:prstGeom>
          <a:noFill/>
          <a:ln>
            <a:noFill/>
          </a:ln>
        </p:spPr>
      </p:pic>
      <p:pic>
        <p:nvPicPr>
          <p:cNvPr id="57" name="Google Shape;57;p6" descr="A close up of a logo  Description automatically generated"/>
          <p:cNvPicPr preferRelativeResize="0"/>
          <p:nvPr/>
        </p:nvPicPr>
        <p:blipFill rotWithShape="1">
          <a:blip r:embed="rId4">
            <a:alphaModFix/>
          </a:blip>
          <a:srcRect b="19853"/>
          <a:stretch/>
        </p:blipFill>
        <p:spPr>
          <a:xfrm>
            <a:off x="5489179" y="2791962"/>
            <a:ext cx="818534" cy="2200843"/>
          </a:xfrm>
          <a:prstGeom prst="rect">
            <a:avLst/>
          </a:prstGeom>
          <a:noFill/>
          <a:ln>
            <a:noFill/>
          </a:ln>
        </p:spPr>
      </p:pic>
      <p:pic>
        <p:nvPicPr>
          <p:cNvPr id="58" name="Google Shape;58;p6" descr="A picture containing baseball  Description automatically generated"/>
          <p:cNvPicPr preferRelativeResize="0"/>
          <p:nvPr/>
        </p:nvPicPr>
        <p:blipFill rotWithShape="1">
          <a:blip r:embed="rId5">
            <a:alphaModFix/>
          </a:blip>
          <a:srcRect/>
          <a:stretch/>
        </p:blipFill>
        <p:spPr>
          <a:xfrm>
            <a:off x="7254802" y="1407073"/>
            <a:ext cx="1332108" cy="877805"/>
          </a:xfrm>
          <a:prstGeom prst="rect">
            <a:avLst/>
          </a:prstGeom>
          <a:noFill/>
          <a:ln>
            <a:noFill/>
          </a:ln>
        </p:spPr>
      </p:pic>
      <p:sp>
        <p:nvSpPr>
          <p:cNvPr id="59" name="Google Shape;59;p6"/>
          <p:cNvSpPr txBox="1">
            <a:spLocks noGrp="1"/>
          </p:cNvSpPr>
          <p:nvPr>
            <p:ph type="title"/>
          </p:nvPr>
        </p:nvSpPr>
        <p:spPr>
          <a:xfrm>
            <a:off x="228600" y="170261"/>
            <a:ext cx="8769096"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60"/>
        <p:cNvGrpSpPr/>
        <p:nvPr/>
      </p:nvGrpSpPr>
      <p:grpSpPr>
        <a:xfrm>
          <a:off x="0" y="0"/>
          <a:ext cx="0" cy="0"/>
          <a:chOff x="0" y="0"/>
          <a:chExt cx="0" cy="0"/>
        </a:xfrm>
      </p:grpSpPr>
      <p:sp>
        <p:nvSpPr>
          <p:cNvPr id="61" name="Google Shape;61;p7"/>
          <p:cNvSpPr/>
          <p:nvPr/>
        </p:nvSpPr>
        <p:spPr>
          <a:xfrm>
            <a:off x="4683760" y="9004"/>
            <a:ext cx="4460240" cy="5134496"/>
          </a:xfrm>
          <a:prstGeom prst="rect">
            <a:avLst/>
          </a:prstGeom>
          <a:solidFill>
            <a:srgbClr val="272324"/>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7"/>
          <p:cNvSpPr txBox="1">
            <a:spLocks noGrp="1"/>
          </p:cNvSpPr>
          <p:nvPr>
            <p:ph type="sldNum" idx="12"/>
          </p:nvPr>
        </p:nvSpPr>
        <p:spPr>
          <a:xfrm>
            <a:off x="7010400" y="4869656"/>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63" name="Google Shape;63;p7"/>
          <p:cNvSpPr txBox="1">
            <a:spLocks noGrp="1"/>
          </p:cNvSpPr>
          <p:nvPr>
            <p:ph type="subTitle" idx="1"/>
          </p:nvPr>
        </p:nvSpPr>
        <p:spPr>
          <a:xfrm>
            <a:off x="318901" y="1224321"/>
            <a:ext cx="4009259" cy="1314450"/>
          </a:xfrm>
          <a:prstGeom prst="rect">
            <a:avLst/>
          </a:prstGeom>
          <a:noFill/>
          <a:ln>
            <a:noFill/>
          </a:ln>
        </p:spPr>
        <p:txBody>
          <a:bodyPr spcFirstLastPara="1" wrap="square" lIns="91425" tIns="45700" rIns="91425" bIns="45700" anchor="t" anchorCtr="0">
            <a:noAutofit/>
          </a:bodyPr>
          <a:lstStyle>
            <a:lvl1pPr lvl="0" algn="l">
              <a:lnSpc>
                <a:spcPct val="100000"/>
              </a:lnSpc>
              <a:spcBef>
                <a:spcPts val="340"/>
              </a:spcBef>
              <a:spcAft>
                <a:spcPts val="0"/>
              </a:spcAft>
              <a:buClr>
                <a:srgbClr val="4A4F55"/>
              </a:buClr>
              <a:buSzPts val="1700"/>
              <a:buNone/>
              <a:defRPr>
                <a:solidFill>
                  <a:srgbClr val="4A4F55"/>
                </a:solidFill>
              </a:defRPr>
            </a:lvl1pPr>
            <a:lvl2pPr lvl="1" algn="ctr">
              <a:lnSpc>
                <a:spcPct val="100000"/>
              </a:lnSpc>
              <a:spcBef>
                <a:spcPts val="300"/>
              </a:spcBef>
              <a:spcAft>
                <a:spcPts val="0"/>
              </a:spcAft>
              <a:buClr>
                <a:srgbClr val="888888"/>
              </a:buClr>
              <a:buSzPts val="1500"/>
              <a:buNone/>
              <a:defRPr>
                <a:solidFill>
                  <a:srgbClr val="888888"/>
                </a:solidFill>
              </a:defRPr>
            </a:lvl2pPr>
            <a:lvl3pPr lvl="2" algn="ctr">
              <a:lnSpc>
                <a:spcPct val="100000"/>
              </a:lnSpc>
              <a:spcBef>
                <a:spcPts val="280"/>
              </a:spcBef>
              <a:spcAft>
                <a:spcPts val="0"/>
              </a:spcAft>
              <a:buClr>
                <a:srgbClr val="888888"/>
              </a:buClr>
              <a:buSzPts val="1400"/>
              <a:buNone/>
              <a:defRPr>
                <a:solidFill>
                  <a:srgbClr val="888888"/>
                </a:solidFill>
              </a:defRPr>
            </a:lvl3pPr>
            <a:lvl4pPr lvl="3" algn="ctr">
              <a:lnSpc>
                <a:spcPct val="100000"/>
              </a:lnSpc>
              <a:spcBef>
                <a:spcPts val="240"/>
              </a:spcBef>
              <a:spcAft>
                <a:spcPts val="0"/>
              </a:spcAft>
              <a:buClr>
                <a:srgbClr val="888888"/>
              </a:buClr>
              <a:buSzPts val="12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sp>
        <p:nvSpPr>
          <p:cNvPr id="64" name="Google Shape;64;p7"/>
          <p:cNvSpPr txBox="1">
            <a:spLocks noGrp="1"/>
          </p:cNvSpPr>
          <p:nvPr>
            <p:ph type="title"/>
          </p:nvPr>
        </p:nvSpPr>
        <p:spPr>
          <a:xfrm>
            <a:off x="228600" y="170261"/>
            <a:ext cx="8769096"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5" name="Google Shape;65;p7" descr="A tree lined street  Description automatically generated"/>
          <p:cNvPicPr preferRelativeResize="0"/>
          <p:nvPr/>
        </p:nvPicPr>
        <p:blipFill rotWithShape="1">
          <a:blip r:embed="rId2">
            <a:alphaModFix/>
          </a:blip>
          <a:srcRect/>
          <a:stretch/>
        </p:blipFill>
        <p:spPr>
          <a:xfrm>
            <a:off x="4683760" y="702216"/>
            <a:ext cx="3865880" cy="4450287"/>
          </a:xfrm>
          <a:prstGeom prst="rect">
            <a:avLst/>
          </a:prstGeom>
          <a:noFill/>
          <a:ln>
            <a:noFill/>
          </a:ln>
        </p:spPr>
      </p:pic>
      <p:sp>
        <p:nvSpPr>
          <p:cNvPr id="66" name="Google Shape;66;p7"/>
          <p:cNvSpPr/>
          <p:nvPr/>
        </p:nvSpPr>
        <p:spPr>
          <a:xfrm flipH="1">
            <a:off x="4683073" y="720320"/>
            <a:ext cx="199495" cy="4414176"/>
          </a:xfrm>
          <a:custGeom>
            <a:avLst/>
            <a:gdLst/>
            <a:ahLst/>
            <a:cxnLst/>
            <a:rect l="l" t="t" r="r" b="b"/>
            <a:pathLst>
              <a:path w="79792" h="4414176" extrusionOk="0">
                <a:moveTo>
                  <a:pt x="9454" y="129575"/>
                </a:moveTo>
                <a:lnTo>
                  <a:pt x="79792" y="0"/>
                </a:lnTo>
                <a:lnTo>
                  <a:pt x="79792" y="4414176"/>
                </a:lnTo>
                <a:lnTo>
                  <a:pt x="0" y="4414176"/>
                </a:lnTo>
                <a:cubicBezTo>
                  <a:pt x="3151" y="2985976"/>
                  <a:pt x="6303" y="1557775"/>
                  <a:pt x="9454" y="129575"/>
                </a:cubicBezTo>
                <a:close/>
              </a:path>
            </a:pathLst>
          </a:cu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67" name="Google Shape;67;p7"/>
          <p:cNvPicPr preferRelativeResize="0"/>
          <p:nvPr/>
        </p:nvPicPr>
        <p:blipFill rotWithShape="1">
          <a:blip r:embed="rId3">
            <a:alphaModFix/>
          </a:blip>
          <a:srcRect b="6847"/>
          <a:stretch/>
        </p:blipFill>
        <p:spPr>
          <a:xfrm>
            <a:off x="7736668" y="9004"/>
            <a:ext cx="1407332" cy="149826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Section Header">
  <p:cSld name="5_Section Header">
    <p:spTree>
      <p:nvGrpSpPr>
        <p:cNvPr id="1" name="Shape 68"/>
        <p:cNvGrpSpPr/>
        <p:nvPr/>
      </p:nvGrpSpPr>
      <p:grpSpPr>
        <a:xfrm>
          <a:off x="0" y="0"/>
          <a:ext cx="0" cy="0"/>
          <a:chOff x="0" y="0"/>
          <a:chExt cx="0" cy="0"/>
        </a:xfrm>
      </p:grpSpPr>
      <p:pic>
        <p:nvPicPr>
          <p:cNvPr id="69" name="Google Shape;69;p8" descr="A tree lined street  Description automatically generated"/>
          <p:cNvPicPr preferRelativeResize="0"/>
          <p:nvPr/>
        </p:nvPicPr>
        <p:blipFill rotWithShape="1">
          <a:blip r:embed="rId2">
            <a:alphaModFix/>
          </a:blip>
          <a:srcRect/>
          <a:stretch/>
        </p:blipFill>
        <p:spPr>
          <a:xfrm>
            <a:off x="34836" y="0"/>
            <a:ext cx="4536037" cy="5143500"/>
          </a:xfrm>
          <a:prstGeom prst="rect">
            <a:avLst/>
          </a:prstGeom>
          <a:noFill/>
          <a:ln>
            <a:noFill/>
          </a:ln>
        </p:spPr>
      </p:pic>
      <p:sp>
        <p:nvSpPr>
          <p:cNvPr id="70" name="Google Shape;70;p8"/>
          <p:cNvSpPr txBox="1">
            <a:spLocks noGrp="1"/>
          </p:cNvSpPr>
          <p:nvPr>
            <p:ph type="title"/>
          </p:nvPr>
        </p:nvSpPr>
        <p:spPr>
          <a:xfrm>
            <a:off x="4791393" y="644503"/>
            <a:ext cx="3592512"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2400"/>
              <a:buFont typeface="Arial"/>
              <a:buNone/>
              <a:defRPr sz="24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8"/>
          <p:cNvSpPr txBox="1">
            <a:spLocks noGrp="1"/>
          </p:cNvSpPr>
          <p:nvPr>
            <p:ph type="body" idx="1"/>
          </p:nvPr>
        </p:nvSpPr>
        <p:spPr>
          <a:xfrm>
            <a:off x="4791393" y="1666059"/>
            <a:ext cx="3592512" cy="34409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00"/>
              </a:spcBef>
              <a:spcAft>
                <a:spcPts val="0"/>
              </a:spcAft>
              <a:buClr>
                <a:srgbClr val="4A4F55"/>
              </a:buClr>
              <a:buSzPts val="1500"/>
              <a:buNone/>
              <a:defRPr sz="1500">
                <a:solidFill>
                  <a:srgbClr val="4A4F55"/>
                </a:solidFill>
              </a:defRPr>
            </a:lvl1pPr>
            <a:lvl2pPr marL="914400" lvl="1" indent="-228600" algn="l">
              <a:lnSpc>
                <a:spcPct val="100000"/>
              </a:lnSpc>
              <a:spcBef>
                <a:spcPts val="270"/>
              </a:spcBef>
              <a:spcAft>
                <a:spcPts val="0"/>
              </a:spcAft>
              <a:buClr>
                <a:srgbClr val="888888"/>
              </a:buClr>
              <a:buSzPts val="1350"/>
              <a:buNone/>
              <a:defRPr sz="1350">
                <a:solidFill>
                  <a:srgbClr val="888888"/>
                </a:solidFill>
              </a:defRPr>
            </a:lvl2pPr>
            <a:lvl3pPr marL="1371600" lvl="2" indent="-228600" algn="l">
              <a:lnSpc>
                <a:spcPct val="100000"/>
              </a:lnSpc>
              <a:spcBef>
                <a:spcPts val="240"/>
              </a:spcBef>
              <a:spcAft>
                <a:spcPts val="0"/>
              </a:spcAft>
              <a:buClr>
                <a:srgbClr val="888888"/>
              </a:buClr>
              <a:buSzPts val="1200"/>
              <a:buNone/>
              <a:defRPr sz="1200">
                <a:solidFill>
                  <a:srgbClr val="888888"/>
                </a:solidFill>
              </a:defRPr>
            </a:lvl3pPr>
            <a:lvl4pPr marL="1828800" lvl="3" indent="-228600" algn="l">
              <a:lnSpc>
                <a:spcPct val="100000"/>
              </a:lnSpc>
              <a:spcBef>
                <a:spcPts val="210"/>
              </a:spcBef>
              <a:spcAft>
                <a:spcPts val="0"/>
              </a:spcAft>
              <a:buClr>
                <a:srgbClr val="888888"/>
              </a:buClr>
              <a:buSzPts val="1050"/>
              <a:buNone/>
              <a:defRPr sz="1050">
                <a:solidFill>
                  <a:srgbClr val="888888"/>
                </a:solidFill>
              </a:defRPr>
            </a:lvl4pPr>
            <a:lvl5pPr marL="2286000" lvl="4" indent="-228600" algn="l">
              <a:lnSpc>
                <a:spcPct val="100000"/>
              </a:lnSpc>
              <a:spcBef>
                <a:spcPts val="210"/>
              </a:spcBef>
              <a:spcAft>
                <a:spcPts val="0"/>
              </a:spcAft>
              <a:buClr>
                <a:srgbClr val="888888"/>
              </a:buClr>
              <a:buSzPts val="1050"/>
              <a:buNone/>
              <a:defRPr sz="1050">
                <a:solidFill>
                  <a:srgbClr val="888888"/>
                </a:solidFill>
              </a:defRPr>
            </a:lvl5pPr>
            <a:lvl6pPr marL="2743200" lvl="5" indent="-228600" algn="l">
              <a:lnSpc>
                <a:spcPct val="100000"/>
              </a:lnSpc>
              <a:spcBef>
                <a:spcPts val="210"/>
              </a:spcBef>
              <a:spcAft>
                <a:spcPts val="0"/>
              </a:spcAft>
              <a:buClr>
                <a:srgbClr val="888888"/>
              </a:buClr>
              <a:buSzPts val="1050"/>
              <a:buNone/>
              <a:defRPr sz="1050">
                <a:solidFill>
                  <a:srgbClr val="888888"/>
                </a:solidFill>
              </a:defRPr>
            </a:lvl6pPr>
            <a:lvl7pPr marL="3200400" lvl="6" indent="-228600" algn="l">
              <a:lnSpc>
                <a:spcPct val="100000"/>
              </a:lnSpc>
              <a:spcBef>
                <a:spcPts val="210"/>
              </a:spcBef>
              <a:spcAft>
                <a:spcPts val="0"/>
              </a:spcAft>
              <a:buClr>
                <a:srgbClr val="888888"/>
              </a:buClr>
              <a:buSzPts val="1050"/>
              <a:buNone/>
              <a:defRPr sz="1050">
                <a:solidFill>
                  <a:srgbClr val="888888"/>
                </a:solidFill>
              </a:defRPr>
            </a:lvl7pPr>
            <a:lvl8pPr marL="3657600" lvl="7" indent="-228600" algn="l">
              <a:lnSpc>
                <a:spcPct val="100000"/>
              </a:lnSpc>
              <a:spcBef>
                <a:spcPts val="210"/>
              </a:spcBef>
              <a:spcAft>
                <a:spcPts val="0"/>
              </a:spcAft>
              <a:buClr>
                <a:srgbClr val="888888"/>
              </a:buClr>
              <a:buSzPts val="1050"/>
              <a:buNone/>
              <a:defRPr sz="1050">
                <a:solidFill>
                  <a:srgbClr val="888888"/>
                </a:solidFill>
              </a:defRPr>
            </a:lvl8pPr>
            <a:lvl9pPr marL="4114800" lvl="8" indent="-228600" algn="l">
              <a:lnSpc>
                <a:spcPct val="100000"/>
              </a:lnSpc>
              <a:spcBef>
                <a:spcPts val="210"/>
              </a:spcBef>
              <a:spcAft>
                <a:spcPts val="0"/>
              </a:spcAft>
              <a:buClr>
                <a:srgbClr val="888888"/>
              </a:buClr>
              <a:buSzPts val="1050"/>
              <a:buNone/>
              <a:defRPr sz="1050">
                <a:solidFill>
                  <a:srgbClr val="888888"/>
                </a:solidFill>
              </a:defRPr>
            </a:lvl9pPr>
          </a:lstStyle>
          <a:p>
            <a:endParaRPr/>
          </a:p>
        </p:txBody>
      </p:sp>
      <p:sp>
        <p:nvSpPr>
          <p:cNvPr id="72" name="Google Shape;72;p8"/>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73" name="Google Shape;73;p8"/>
          <p:cNvSpPr/>
          <p:nvPr/>
        </p:nvSpPr>
        <p:spPr>
          <a:xfrm>
            <a:off x="4427668" y="729324"/>
            <a:ext cx="143205" cy="4414176"/>
          </a:xfrm>
          <a:custGeom>
            <a:avLst/>
            <a:gdLst/>
            <a:ahLst/>
            <a:cxnLst/>
            <a:rect l="l" t="t" r="r" b="b"/>
            <a:pathLst>
              <a:path w="79792" h="4414176" extrusionOk="0">
                <a:moveTo>
                  <a:pt x="9454" y="129575"/>
                </a:moveTo>
                <a:lnTo>
                  <a:pt x="79792" y="0"/>
                </a:lnTo>
                <a:lnTo>
                  <a:pt x="79792" y="4414176"/>
                </a:lnTo>
                <a:lnTo>
                  <a:pt x="0" y="4414176"/>
                </a:lnTo>
                <a:cubicBezTo>
                  <a:pt x="3151" y="2985976"/>
                  <a:pt x="6303" y="1557775"/>
                  <a:pt x="9454" y="129575"/>
                </a:cubicBezTo>
                <a:close/>
              </a:path>
            </a:pathLst>
          </a:cu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4_Title Slide">
  <p:cSld name="4_Title Slide">
    <p:spTree>
      <p:nvGrpSpPr>
        <p:cNvPr id="1" name="Shape 74"/>
        <p:cNvGrpSpPr/>
        <p:nvPr/>
      </p:nvGrpSpPr>
      <p:grpSpPr>
        <a:xfrm>
          <a:off x="0" y="0"/>
          <a:ext cx="0" cy="0"/>
          <a:chOff x="0" y="0"/>
          <a:chExt cx="0" cy="0"/>
        </a:xfrm>
      </p:grpSpPr>
      <p:sp>
        <p:nvSpPr>
          <p:cNvPr id="75" name="Google Shape;75;p9"/>
          <p:cNvSpPr/>
          <p:nvPr/>
        </p:nvSpPr>
        <p:spPr>
          <a:xfrm>
            <a:off x="4683760" y="9004"/>
            <a:ext cx="4460240" cy="5134496"/>
          </a:xfrm>
          <a:prstGeom prst="rect">
            <a:avLst/>
          </a:prstGeom>
          <a:solidFill>
            <a:srgbClr val="272324"/>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6" name="Google Shape;76;p9" descr="A group of palm trees on the side of a building  Description automatically generated"/>
          <p:cNvPicPr preferRelativeResize="0"/>
          <p:nvPr/>
        </p:nvPicPr>
        <p:blipFill rotWithShape="1">
          <a:blip r:embed="rId2">
            <a:alphaModFix/>
          </a:blip>
          <a:srcRect t="-186"/>
          <a:stretch/>
        </p:blipFill>
        <p:spPr>
          <a:xfrm>
            <a:off x="4677507" y="914401"/>
            <a:ext cx="4466494" cy="4229100"/>
          </a:xfrm>
          <a:prstGeom prst="rect">
            <a:avLst/>
          </a:prstGeom>
          <a:noFill/>
          <a:ln>
            <a:noFill/>
          </a:ln>
        </p:spPr>
      </p:pic>
      <p:sp>
        <p:nvSpPr>
          <p:cNvPr id="77" name="Google Shape;77;p9"/>
          <p:cNvSpPr txBox="1">
            <a:spLocks noGrp="1"/>
          </p:cNvSpPr>
          <p:nvPr>
            <p:ph type="sldNum" idx="12"/>
          </p:nvPr>
        </p:nvSpPr>
        <p:spPr>
          <a:xfrm>
            <a:off x="7010400" y="4869656"/>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78" name="Google Shape;78;p9"/>
          <p:cNvSpPr txBox="1">
            <a:spLocks noGrp="1"/>
          </p:cNvSpPr>
          <p:nvPr>
            <p:ph type="subTitle" idx="1"/>
          </p:nvPr>
        </p:nvSpPr>
        <p:spPr>
          <a:xfrm>
            <a:off x="318901" y="1224321"/>
            <a:ext cx="4009259" cy="1314450"/>
          </a:xfrm>
          <a:prstGeom prst="rect">
            <a:avLst/>
          </a:prstGeom>
          <a:noFill/>
          <a:ln>
            <a:noFill/>
          </a:ln>
        </p:spPr>
        <p:txBody>
          <a:bodyPr spcFirstLastPara="1" wrap="square" lIns="91425" tIns="45700" rIns="91425" bIns="45700" anchor="t" anchorCtr="0">
            <a:noAutofit/>
          </a:bodyPr>
          <a:lstStyle>
            <a:lvl1pPr lvl="0" algn="l">
              <a:lnSpc>
                <a:spcPct val="100000"/>
              </a:lnSpc>
              <a:spcBef>
                <a:spcPts val="340"/>
              </a:spcBef>
              <a:spcAft>
                <a:spcPts val="0"/>
              </a:spcAft>
              <a:buClr>
                <a:srgbClr val="4A4F55"/>
              </a:buClr>
              <a:buSzPts val="1700"/>
              <a:buNone/>
              <a:defRPr>
                <a:solidFill>
                  <a:srgbClr val="4A4F55"/>
                </a:solidFill>
              </a:defRPr>
            </a:lvl1pPr>
            <a:lvl2pPr lvl="1" algn="ctr">
              <a:lnSpc>
                <a:spcPct val="100000"/>
              </a:lnSpc>
              <a:spcBef>
                <a:spcPts val="300"/>
              </a:spcBef>
              <a:spcAft>
                <a:spcPts val="0"/>
              </a:spcAft>
              <a:buClr>
                <a:srgbClr val="888888"/>
              </a:buClr>
              <a:buSzPts val="1500"/>
              <a:buNone/>
              <a:defRPr>
                <a:solidFill>
                  <a:srgbClr val="888888"/>
                </a:solidFill>
              </a:defRPr>
            </a:lvl2pPr>
            <a:lvl3pPr lvl="2" algn="ctr">
              <a:lnSpc>
                <a:spcPct val="100000"/>
              </a:lnSpc>
              <a:spcBef>
                <a:spcPts val="280"/>
              </a:spcBef>
              <a:spcAft>
                <a:spcPts val="0"/>
              </a:spcAft>
              <a:buClr>
                <a:srgbClr val="888888"/>
              </a:buClr>
              <a:buSzPts val="1400"/>
              <a:buNone/>
              <a:defRPr>
                <a:solidFill>
                  <a:srgbClr val="888888"/>
                </a:solidFill>
              </a:defRPr>
            </a:lvl3pPr>
            <a:lvl4pPr lvl="3" algn="ctr">
              <a:lnSpc>
                <a:spcPct val="100000"/>
              </a:lnSpc>
              <a:spcBef>
                <a:spcPts val="240"/>
              </a:spcBef>
              <a:spcAft>
                <a:spcPts val="0"/>
              </a:spcAft>
              <a:buClr>
                <a:srgbClr val="888888"/>
              </a:buClr>
              <a:buSzPts val="12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300"/>
              </a:spcBef>
              <a:spcAft>
                <a:spcPts val="0"/>
              </a:spcAft>
              <a:buClr>
                <a:srgbClr val="888888"/>
              </a:buClr>
              <a:buSzPts val="1500"/>
              <a:buNone/>
              <a:defRPr>
                <a:solidFill>
                  <a:srgbClr val="888888"/>
                </a:solidFill>
              </a:defRPr>
            </a:lvl6pPr>
            <a:lvl7pPr lvl="6" algn="ctr">
              <a:lnSpc>
                <a:spcPct val="100000"/>
              </a:lnSpc>
              <a:spcBef>
                <a:spcPts val="300"/>
              </a:spcBef>
              <a:spcAft>
                <a:spcPts val="0"/>
              </a:spcAft>
              <a:buClr>
                <a:srgbClr val="888888"/>
              </a:buClr>
              <a:buSzPts val="1500"/>
              <a:buNone/>
              <a:defRPr>
                <a:solidFill>
                  <a:srgbClr val="888888"/>
                </a:solidFill>
              </a:defRPr>
            </a:lvl7pPr>
            <a:lvl8pPr lvl="7" algn="ctr">
              <a:lnSpc>
                <a:spcPct val="100000"/>
              </a:lnSpc>
              <a:spcBef>
                <a:spcPts val="300"/>
              </a:spcBef>
              <a:spcAft>
                <a:spcPts val="0"/>
              </a:spcAft>
              <a:buClr>
                <a:srgbClr val="888888"/>
              </a:buClr>
              <a:buSzPts val="1500"/>
              <a:buNone/>
              <a:defRPr>
                <a:solidFill>
                  <a:srgbClr val="888888"/>
                </a:solidFill>
              </a:defRPr>
            </a:lvl8pPr>
            <a:lvl9pPr lvl="8" algn="ctr">
              <a:lnSpc>
                <a:spcPct val="100000"/>
              </a:lnSpc>
              <a:spcBef>
                <a:spcPts val="300"/>
              </a:spcBef>
              <a:spcAft>
                <a:spcPts val="0"/>
              </a:spcAft>
              <a:buClr>
                <a:srgbClr val="888888"/>
              </a:buClr>
              <a:buSzPts val="1500"/>
              <a:buNone/>
              <a:defRPr>
                <a:solidFill>
                  <a:srgbClr val="888888"/>
                </a:solidFill>
              </a:defRPr>
            </a:lvl9pPr>
          </a:lstStyle>
          <a:p>
            <a:endParaRPr/>
          </a:p>
        </p:txBody>
      </p:sp>
      <p:pic>
        <p:nvPicPr>
          <p:cNvPr id="79" name="Google Shape;79;p9" descr="A close up of a logo  Description automatically generated"/>
          <p:cNvPicPr preferRelativeResize="0"/>
          <p:nvPr/>
        </p:nvPicPr>
        <p:blipFill rotWithShape="1">
          <a:blip r:embed="rId3">
            <a:alphaModFix/>
          </a:blip>
          <a:srcRect b="19853"/>
          <a:stretch/>
        </p:blipFill>
        <p:spPr>
          <a:xfrm rot="-8851503">
            <a:off x="5255191" y="465522"/>
            <a:ext cx="930293" cy="2422736"/>
          </a:xfrm>
          <a:prstGeom prst="rect">
            <a:avLst/>
          </a:prstGeom>
          <a:noFill/>
          <a:ln>
            <a:noFill/>
          </a:ln>
        </p:spPr>
      </p:pic>
      <p:sp>
        <p:nvSpPr>
          <p:cNvPr id="80" name="Google Shape;80;p9"/>
          <p:cNvSpPr txBox="1">
            <a:spLocks noGrp="1"/>
          </p:cNvSpPr>
          <p:nvPr>
            <p:ph type="title"/>
          </p:nvPr>
        </p:nvSpPr>
        <p:spPr>
          <a:xfrm>
            <a:off x="228600" y="170261"/>
            <a:ext cx="8769096"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9"/>
          <p:cNvSpPr/>
          <p:nvPr/>
        </p:nvSpPr>
        <p:spPr>
          <a:xfrm>
            <a:off x="4677505" y="0"/>
            <a:ext cx="4466495" cy="914400"/>
          </a:xfrm>
          <a:prstGeom prst="rect">
            <a:avLst/>
          </a:prstGeom>
          <a:solidFill>
            <a:srgbClr val="272324"/>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82" name="Google Shape;82;p9"/>
          <p:cNvPicPr preferRelativeResize="0"/>
          <p:nvPr/>
        </p:nvPicPr>
        <p:blipFill rotWithShape="1">
          <a:blip r:embed="rId4">
            <a:alphaModFix/>
          </a:blip>
          <a:srcRect b="6847"/>
          <a:stretch/>
        </p:blipFill>
        <p:spPr>
          <a:xfrm>
            <a:off x="7713518" y="2762"/>
            <a:ext cx="1407332" cy="149826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3"/>
        <p:cNvGrpSpPr/>
        <p:nvPr/>
      </p:nvGrpSpPr>
      <p:grpSpPr>
        <a:xfrm>
          <a:off x="0" y="0"/>
          <a:ext cx="0" cy="0"/>
          <a:chOff x="0" y="0"/>
          <a:chExt cx="0" cy="0"/>
        </a:xfrm>
      </p:grpSpPr>
      <p:pic>
        <p:nvPicPr>
          <p:cNvPr id="84" name="Google Shape;84;p10" descr="A close up of a logo  Description automatically generated"/>
          <p:cNvPicPr preferRelativeResize="0"/>
          <p:nvPr/>
        </p:nvPicPr>
        <p:blipFill rotWithShape="1">
          <a:blip r:embed="rId2">
            <a:alphaModFix/>
          </a:blip>
          <a:srcRect/>
          <a:stretch/>
        </p:blipFill>
        <p:spPr>
          <a:xfrm>
            <a:off x="3132058" y="2670664"/>
            <a:ext cx="804339" cy="810773"/>
          </a:xfrm>
          <a:prstGeom prst="rect">
            <a:avLst/>
          </a:prstGeom>
          <a:noFill/>
          <a:ln>
            <a:noFill/>
          </a:ln>
        </p:spPr>
      </p:pic>
      <p:sp>
        <p:nvSpPr>
          <p:cNvPr id="85" name="Google Shape;85;p10"/>
          <p:cNvSpPr txBox="1">
            <a:spLocks noGrp="1"/>
          </p:cNvSpPr>
          <p:nvPr>
            <p:ph type="ctrTitle"/>
          </p:nvPr>
        </p:nvSpPr>
        <p:spPr>
          <a:xfrm>
            <a:off x="330905" y="295171"/>
            <a:ext cx="2249504" cy="5512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0"/>
          <p:cNvSpPr txBox="1">
            <a:spLocks noGrp="1"/>
          </p:cNvSpPr>
          <p:nvPr>
            <p:ph type="sldNum" idx="12"/>
          </p:nvPr>
        </p:nvSpPr>
        <p:spPr>
          <a:xfrm>
            <a:off x="7010400" y="4869656"/>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87" name="Google Shape;87;p10" descr="A close up of a logo  Description automatically generated"/>
          <p:cNvPicPr preferRelativeResize="0"/>
          <p:nvPr/>
        </p:nvPicPr>
        <p:blipFill rotWithShape="1">
          <a:blip r:embed="rId2">
            <a:alphaModFix/>
          </a:blip>
          <a:srcRect/>
          <a:stretch/>
        </p:blipFill>
        <p:spPr>
          <a:xfrm>
            <a:off x="3115433" y="642359"/>
            <a:ext cx="804339" cy="810773"/>
          </a:xfrm>
          <a:prstGeom prst="rect">
            <a:avLst/>
          </a:prstGeom>
          <a:noFill/>
          <a:ln>
            <a:noFill/>
          </a:ln>
        </p:spPr>
      </p:pic>
      <p:pic>
        <p:nvPicPr>
          <p:cNvPr id="88" name="Google Shape;88;p10" descr="A close up of a logo  Description automatically generated"/>
          <p:cNvPicPr preferRelativeResize="0"/>
          <p:nvPr/>
        </p:nvPicPr>
        <p:blipFill rotWithShape="1">
          <a:blip r:embed="rId3">
            <a:alphaModFix/>
          </a:blip>
          <a:srcRect/>
          <a:stretch/>
        </p:blipFill>
        <p:spPr>
          <a:xfrm>
            <a:off x="3115433" y="1660176"/>
            <a:ext cx="804339" cy="810773"/>
          </a:xfrm>
          <a:prstGeom prst="rect">
            <a:avLst/>
          </a:prstGeom>
          <a:noFill/>
          <a:ln>
            <a:noFill/>
          </a:ln>
        </p:spPr>
      </p:pic>
      <p:sp>
        <p:nvSpPr>
          <p:cNvPr id="89" name="Google Shape;89;p10"/>
          <p:cNvSpPr txBox="1"/>
          <p:nvPr/>
        </p:nvSpPr>
        <p:spPr>
          <a:xfrm>
            <a:off x="3163311" y="665781"/>
            <a:ext cx="67333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898989"/>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90" name="Google Shape;90;p10"/>
          <p:cNvSpPr txBox="1"/>
          <p:nvPr/>
        </p:nvSpPr>
        <p:spPr>
          <a:xfrm>
            <a:off x="3186250" y="1700688"/>
            <a:ext cx="67333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898989"/>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91" name="Google Shape;91;p10"/>
          <p:cNvSpPr txBox="1"/>
          <p:nvPr/>
        </p:nvSpPr>
        <p:spPr>
          <a:xfrm>
            <a:off x="3194563" y="2706528"/>
            <a:ext cx="67333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898989"/>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pic>
        <p:nvPicPr>
          <p:cNvPr id="92" name="Google Shape;92;p10" descr="A close up of a logo  Description automatically generated"/>
          <p:cNvPicPr preferRelativeResize="0"/>
          <p:nvPr/>
        </p:nvPicPr>
        <p:blipFill rotWithShape="1">
          <a:blip r:embed="rId3">
            <a:alphaModFix/>
          </a:blip>
          <a:srcRect/>
          <a:stretch/>
        </p:blipFill>
        <p:spPr>
          <a:xfrm>
            <a:off x="3123746" y="3663543"/>
            <a:ext cx="804339" cy="810773"/>
          </a:xfrm>
          <a:prstGeom prst="rect">
            <a:avLst/>
          </a:prstGeom>
          <a:noFill/>
          <a:ln>
            <a:noFill/>
          </a:ln>
        </p:spPr>
      </p:pic>
      <p:sp>
        <p:nvSpPr>
          <p:cNvPr id="93" name="Google Shape;93;p10"/>
          <p:cNvSpPr txBox="1"/>
          <p:nvPr/>
        </p:nvSpPr>
        <p:spPr>
          <a:xfrm>
            <a:off x="3186250" y="3704055"/>
            <a:ext cx="67333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898989"/>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94"/>
        <p:cNvGrpSpPr/>
        <p:nvPr/>
      </p:nvGrpSpPr>
      <p:grpSpPr>
        <a:xfrm>
          <a:off x="0" y="0"/>
          <a:ext cx="0" cy="0"/>
          <a:chOff x="0" y="0"/>
          <a:chExt cx="0" cy="0"/>
        </a:xfrm>
      </p:grpSpPr>
      <p:pic>
        <p:nvPicPr>
          <p:cNvPr id="95" name="Google Shape;95;p11" descr="A group of palm trees on the side of a building  Description automatically generated"/>
          <p:cNvPicPr preferRelativeResize="0"/>
          <p:nvPr/>
        </p:nvPicPr>
        <p:blipFill rotWithShape="1">
          <a:blip r:embed="rId2">
            <a:alphaModFix/>
          </a:blip>
          <a:srcRect t="-186"/>
          <a:stretch/>
        </p:blipFill>
        <p:spPr>
          <a:xfrm>
            <a:off x="-26057" y="-9562"/>
            <a:ext cx="5432223" cy="5143500"/>
          </a:xfrm>
          <a:prstGeom prst="rect">
            <a:avLst/>
          </a:prstGeom>
          <a:noFill/>
          <a:ln>
            <a:noFill/>
          </a:ln>
        </p:spPr>
      </p:pic>
      <p:grpSp>
        <p:nvGrpSpPr>
          <p:cNvPr id="96" name="Google Shape;96;p11"/>
          <p:cNvGrpSpPr/>
          <p:nvPr/>
        </p:nvGrpSpPr>
        <p:grpSpPr>
          <a:xfrm rot="10800000">
            <a:off x="2071688" y="-10886"/>
            <a:ext cx="6399490" cy="5143501"/>
            <a:chOff x="0" y="-1"/>
            <a:chExt cx="6377354" cy="5150732"/>
          </a:xfrm>
        </p:grpSpPr>
        <p:sp>
          <p:nvSpPr>
            <p:cNvPr id="97" name="Google Shape;97;p11"/>
            <p:cNvSpPr/>
            <p:nvPr/>
          </p:nvSpPr>
          <p:spPr>
            <a:xfrm>
              <a:off x="0" y="0"/>
              <a:ext cx="3059877" cy="5143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1"/>
            <p:cNvSpPr/>
            <p:nvPr/>
          </p:nvSpPr>
          <p:spPr>
            <a:xfrm rot="5400000">
              <a:off x="2143249" y="916627"/>
              <a:ext cx="5150732" cy="3317477"/>
            </a:xfrm>
            <a:prstGeom prst="triangle">
              <a:avLst>
                <a:gd name="adj" fmla="val 0"/>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99" name="Google Shape;99;p11"/>
          <p:cNvGrpSpPr/>
          <p:nvPr/>
        </p:nvGrpSpPr>
        <p:grpSpPr>
          <a:xfrm rot="10800000">
            <a:off x="2589184" y="-16820"/>
            <a:ext cx="6548803" cy="5169255"/>
            <a:chOff x="-34290" y="-1"/>
            <a:chExt cx="6548804" cy="5150732"/>
          </a:xfrm>
        </p:grpSpPr>
        <p:sp>
          <p:nvSpPr>
            <p:cNvPr id="100" name="Google Shape;100;p11"/>
            <p:cNvSpPr/>
            <p:nvPr/>
          </p:nvSpPr>
          <p:spPr>
            <a:xfrm>
              <a:off x="-34290" y="1"/>
              <a:ext cx="323132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1" name="Google Shape;101;p11"/>
            <p:cNvSpPr/>
            <p:nvPr/>
          </p:nvSpPr>
          <p:spPr>
            <a:xfrm rot="5400000">
              <a:off x="2280409" y="916627"/>
              <a:ext cx="5150732" cy="3317477"/>
            </a:xfrm>
            <a:prstGeom prst="triangle">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02" name="Google Shape;102;p11"/>
          <p:cNvSpPr/>
          <p:nvPr/>
        </p:nvSpPr>
        <p:spPr>
          <a:xfrm rot="-8820000">
            <a:off x="4208375" y="-421296"/>
            <a:ext cx="153842" cy="4527614"/>
          </a:xfrm>
          <a:custGeom>
            <a:avLst/>
            <a:gdLst/>
            <a:ahLst/>
            <a:cxnLst/>
            <a:rect l="l" t="t" r="r" b="b"/>
            <a:pathLst>
              <a:path w="81241" h="4522221" extrusionOk="0">
                <a:moveTo>
                  <a:pt x="10903" y="131585"/>
                </a:moveTo>
                <a:lnTo>
                  <a:pt x="76142" y="0"/>
                </a:lnTo>
                <a:cubicBezTo>
                  <a:pt x="77842" y="1472062"/>
                  <a:pt x="79541" y="2944124"/>
                  <a:pt x="81241" y="4416186"/>
                </a:cubicBezTo>
                <a:cubicBezTo>
                  <a:pt x="14484" y="4497775"/>
                  <a:pt x="27080" y="4486876"/>
                  <a:pt x="0" y="4522221"/>
                </a:cubicBezTo>
                <a:cubicBezTo>
                  <a:pt x="3151" y="3094021"/>
                  <a:pt x="7752" y="1559785"/>
                  <a:pt x="10903" y="131585"/>
                </a:cubicBezTo>
                <a:close/>
              </a:path>
            </a:pathLst>
          </a:cu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 name="Google Shape;103;p11"/>
          <p:cNvSpPr txBox="1">
            <a:spLocks noGrp="1"/>
          </p:cNvSpPr>
          <p:nvPr>
            <p:ph type="title"/>
          </p:nvPr>
        </p:nvSpPr>
        <p:spPr>
          <a:xfrm>
            <a:off x="4520564" y="2612014"/>
            <a:ext cx="3592512"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2400"/>
              <a:buFont typeface="Arial"/>
              <a:buNone/>
              <a:defRPr sz="24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1"/>
          <p:cNvSpPr txBox="1">
            <a:spLocks noGrp="1"/>
          </p:cNvSpPr>
          <p:nvPr>
            <p:ph type="body" idx="1"/>
          </p:nvPr>
        </p:nvSpPr>
        <p:spPr>
          <a:xfrm>
            <a:off x="4520564" y="3633570"/>
            <a:ext cx="3592512" cy="34409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00"/>
              </a:spcBef>
              <a:spcAft>
                <a:spcPts val="0"/>
              </a:spcAft>
              <a:buClr>
                <a:srgbClr val="4A4F55"/>
              </a:buClr>
              <a:buSzPts val="1500"/>
              <a:buNone/>
              <a:defRPr sz="1500">
                <a:solidFill>
                  <a:srgbClr val="4A4F55"/>
                </a:solidFill>
              </a:defRPr>
            </a:lvl1pPr>
            <a:lvl2pPr marL="914400" lvl="1" indent="-228600" algn="l">
              <a:lnSpc>
                <a:spcPct val="100000"/>
              </a:lnSpc>
              <a:spcBef>
                <a:spcPts val="270"/>
              </a:spcBef>
              <a:spcAft>
                <a:spcPts val="0"/>
              </a:spcAft>
              <a:buClr>
                <a:srgbClr val="888888"/>
              </a:buClr>
              <a:buSzPts val="1350"/>
              <a:buNone/>
              <a:defRPr sz="1350">
                <a:solidFill>
                  <a:srgbClr val="888888"/>
                </a:solidFill>
              </a:defRPr>
            </a:lvl2pPr>
            <a:lvl3pPr marL="1371600" lvl="2" indent="-228600" algn="l">
              <a:lnSpc>
                <a:spcPct val="100000"/>
              </a:lnSpc>
              <a:spcBef>
                <a:spcPts val="240"/>
              </a:spcBef>
              <a:spcAft>
                <a:spcPts val="0"/>
              </a:spcAft>
              <a:buClr>
                <a:srgbClr val="888888"/>
              </a:buClr>
              <a:buSzPts val="1200"/>
              <a:buNone/>
              <a:defRPr sz="1200">
                <a:solidFill>
                  <a:srgbClr val="888888"/>
                </a:solidFill>
              </a:defRPr>
            </a:lvl3pPr>
            <a:lvl4pPr marL="1828800" lvl="3" indent="-228600" algn="l">
              <a:lnSpc>
                <a:spcPct val="100000"/>
              </a:lnSpc>
              <a:spcBef>
                <a:spcPts val="210"/>
              </a:spcBef>
              <a:spcAft>
                <a:spcPts val="0"/>
              </a:spcAft>
              <a:buClr>
                <a:srgbClr val="888888"/>
              </a:buClr>
              <a:buSzPts val="1050"/>
              <a:buNone/>
              <a:defRPr sz="1050">
                <a:solidFill>
                  <a:srgbClr val="888888"/>
                </a:solidFill>
              </a:defRPr>
            </a:lvl4pPr>
            <a:lvl5pPr marL="2286000" lvl="4" indent="-228600" algn="l">
              <a:lnSpc>
                <a:spcPct val="100000"/>
              </a:lnSpc>
              <a:spcBef>
                <a:spcPts val="210"/>
              </a:spcBef>
              <a:spcAft>
                <a:spcPts val="0"/>
              </a:spcAft>
              <a:buClr>
                <a:srgbClr val="888888"/>
              </a:buClr>
              <a:buSzPts val="1050"/>
              <a:buNone/>
              <a:defRPr sz="1050">
                <a:solidFill>
                  <a:srgbClr val="888888"/>
                </a:solidFill>
              </a:defRPr>
            </a:lvl5pPr>
            <a:lvl6pPr marL="2743200" lvl="5" indent="-228600" algn="l">
              <a:lnSpc>
                <a:spcPct val="100000"/>
              </a:lnSpc>
              <a:spcBef>
                <a:spcPts val="210"/>
              </a:spcBef>
              <a:spcAft>
                <a:spcPts val="0"/>
              </a:spcAft>
              <a:buClr>
                <a:srgbClr val="888888"/>
              </a:buClr>
              <a:buSzPts val="1050"/>
              <a:buNone/>
              <a:defRPr sz="1050">
                <a:solidFill>
                  <a:srgbClr val="888888"/>
                </a:solidFill>
              </a:defRPr>
            </a:lvl6pPr>
            <a:lvl7pPr marL="3200400" lvl="6" indent="-228600" algn="l">
              <a:lnSpc>
                <a:spcPct val="100000"/>
              </a:lnSpc>
              <a:spcBef>
                <a:spcPts val="210"/>
              </a:spcBef>
              <a:spcAft>
                <a:spcPts val="0"/>
              </a:spcAft>
              <a:buClr>
                <a:srgbClr val="888888"/>
              </a:buClr>
              <a:buSzPts val="1050"/>
              <a:buNone/>
              <a:defRPr sz="1050">
                <a:solidFill>
                  <a:srgbClr val="888888"/>
                </a:solidFill>
              </a:defRPr>
            </a:lvl7pPr>
            <a:lvl8pPr marL="3657600" lvl="7" indent="-228600" algn="l">
              <a:lnSpc>
                <a:spcPct val="100000"/>
              </a:lnSpc>
              <a:spcBef>
                <a:spcPts val="210"/>
              </a:spcBef>
              <a:spcAft>
                <a:spcPts val="0"/>
              </a:spcAft>
              <a:buClr>
                <a:srgbClr val="888888"/>
              </a:buClr>
              <a:buSzPts val="1050"/>
              <a:buNone/>
              <a:defRPr sz="1050">
                <a:solidFill>
                  <a:srgbClr val="888888"/>
                </a:solidFill>
              </a:defRPr>
            </a:lvl8pPr>
            <a:lvl9pPr marL="4114800" lvl="8" indent="-228600" algn="l">
              <a:lnSpc>
                <a:spcPct val="100000"/>
              </a:lnSpc>
              <a:spcBef>
                <a:spcPts val="210"/>
              </a:spcBef>
              <a:spcAft>
                <a:spcPts val="0"/>
              </a:spcAft>
              <a:buClr>
                <a:srgbClr val="888888"/>
              </a:buClr>
              <a:buSzPts val="1050"/>
              <a:buNone/>
              <a:defRPr sz="1050">
                <a:solidFill>
                  <a:srgbClr val="888888"/>
                </a:solidFill>
              </a:defRPr>
            </a:lvl9pPr>
          </a:lstStyle>
          <a:p>
            <a:endParaRPr/>
          </a:p>
        </p:txBody>
      </p:sp>
      <p:sp>
        <p:nvSpPr>
          <p:cNvPr id="105" name="Google Shape;105;p11"/>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_Section Header">
  <p:cSld name="3_Section Header">
    <p:spTree>
      <p:nvGrpSpPr>
        <p:cNvPr id="1" name="Shape 106"/>
        <p:cNvGrpSpPr/>
        <p:nvPr/>
      </p:nvGrpSpPr>
      <p:grpSpPr>
        <a:xfrm>
          <a:off x="0" y="0"/>
          <a:ext cx="0" cy="0"/>
          <a:chOff x="0" y="0"/>
          <a:chExt cx="0" cy="0"/>
        </a:xfrm>
      </p:grpSpPr>
      <p:pic>
        <p:nvPicPr>
          <p:cNvPr id="107" name="Google Shape;107;p12" descr="A group of people posing for the camera  Description automatically generated"/>
          <p:cNvPicPr preferRelativeResize="0"/>
          <p:nvPr/>
        </p:nvPicPr>
        <p:blipFill rotWithShape="1">
          <a:blip r:embed="rId2">
            <a:alphaModFix/>
          </a:blip>
          <a:srcRect/>
          <a:stretch/>
        </p:blipFill>
        <p:spPr>
          <a:xfrm>
            <a:off x="0" y="-9563"/>
            <a:ext cx="5387332" cy="5161997"/>
          </a:xfrm>
          <a:prstGeom prst="rect">
            <a:avLst/>
          </a:prstGeom>
          <a:noFill/>
          <a:ln>
            <a:noFill/>
          </a:ln>
        </p:spPr>
      </p:pic>
      <p:grpSp>
        <p:nvGrpSpPr>
          <p:cNvPr id="108" name="Google Shape;108;p12"/>
          <p:cNvGrpSpPr/>
          <p:nvPr/>
        </p:nvGrpSpPr>
        <p:grpSpPr>
          <a:xfrm rot="10800000">
            <a:off x="2071688" y="-10886"/>
            <a:ext cx="6399490" cy="5143501"/>
            <a:chOff x="0" y="-1"/>
            <a:chExt cx="6377354" cy="5150732"/>
          </a:xfrm>
        </p:grpSpPr>
        <p:sp>
          <p:nvSpPr>
            <p:cNvPr id="109" name="Google Shape;109;p12"/>
            <p:cNvSpPr/>
            <p:nvPr/>
          </p:nvSpPr>
          <p:spPr>
            <a:xfrm>
              <a:off x="0" y="0"/>
              <a:ext cx="3059877" cy="5143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0" name="Google Shape;110;p12"/>
            <p:cNvSpPr/>
            <p:nvPr/>
          </p:nvSpPr>
          <p:spPr>
            <a:xfrm rot="5400000">
              <a:off x="2143249" y="916627"/>
              <a:ext cx="5150732" cy="3317477"/>
            </a:xfrm>
            <a:prstGeom prst="triangle">
              <a:avLst>
                <a:gd name="adj" fmla="val 0"/>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11" name="Google Shape;111;p12"/>
          <p:cNvGrpSpPr/>
          <p:nvPr/>
        </p:nvGrpSpPr>
        <p:grpSpPr>
          <a:xfrm rot="10800000">
            <a:off x="2589184" y="-16820"/>
            <a:ext cx="6548803" cy="5169255"/>
            <a:chOff x="-34290" y="-1"/>
            <a:chExt cx="6548804" cy="5150732"/>
          </a:xfrm>
        </p:grpSpPr>
        <p:sp>
          <p:nvSpPr>
            <p:cNvPr id="112" name="Google Shape;112;p12"/>
            <p:cNvSpPr/>
            <p:nvPr/>
          </p:nvSpPr>
          <p:spPr>
            <a:xfrm>
              <a:off x="-34290" y="1"/>
              <a:ext cx="323132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p12"/>
            <p:cNvSpPr/>
            <p:nvPr/>
          </p:nvSpPr>
          <p:spPr>
            <a:xfrm rot="5400000">
              <a:off x="2280409" y="916627"/>
              <a:ext cx="5150732" cy="3317477"/>
            </a:xfrm>
            <a:prstGeom prst="triangle">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p12"/>
          <p:cNvSpPr/>
          <p:nvPr/>
        </p:nvSpPr>
        <p:spPr>
          <a:xfrm rot="-8820000">
            <a:off x="4208375" y="-421296"/>
            <a:ext cx="153842" cy="4527614"/>
          </a:xfrm>
          <a:custGeom>
            <a:avLst/>
            <a:gdLst/>
            <a:ahLst/>
            <a:cxnLst/>
            <a:rect l="l" t="t" r="r" b="b"/>
            <a:pathLst>
              <a:path w="81241" h="4522221" extrusionOk="0">
                <a:moveTo>
                  <a:pt x="10903" y="131585"/>
                </a:moveTo>
                <a:lnTo>
                  <a:pt x="76142" y="0"/>
                </a:lnTo>
                <a:cubicBezTo>
                  <a:pt x="77842" y="1472062"/>
                  <a:pt x="79541" y="2944124"/>
                  <a:pt x="81241" y="4416186"/>
                </a:cubicBezTo>
                <a:cubicBezTo>
                  <a:pt x="14484" y="4497775"/>
                  <a:pt x="27080" y="4486876"/>
                  <a:pt x="0" y="4522221"/>
                </a:cubicBezTo>
                <a:cubicBezTo>
                  <a:pt x="3151" y="3094021"/>
                  <a:pt x="7752" y="1559785"/>
                  <a:pt x="10903" y="131585"/>
                </a:cubicBezTo>
                <a:close/>
              </a:path>
            </a:pathLst>
          </a:cu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p12"/>
          <p:cNvSpPr txBox="1">
            <a:spLocks noGrp="1"/>
          </p:cNvSpPr>
          <p:nvPr>
            <p:ph type="title"/>
          </p:nvPr>
        </p:nvSpPr>
        <p:spPr>
          <a:xfrm>
            <a:off x="4520564" y="2612014"/>
            <a:ext cx="3592512"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2400"/>
              <a:buFont typeface="Arial"/>
              <a:buNone/>
              <a:defRPr sz="24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12"/>
          <p:cNvSpPr txBox="1">
            <a:spLocks noGrp="1"/>
          </p:cNvSpPr>
          <p:nvPr>
            <p:ph type="body" idx="1"/>
          </p:nvPr>
        </p:nvSpPr>
        <p:spPr>
          <a:xfrm>
            <a:off x="4520564" y="3633570"/>
            <a:ext cx="3592512" cy="34409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00"/>
              </a:spcBef>
              <a:spcAft>
                <a:spcPts val="0"/>
              </a:spcAft>
              <a:buClr>
                <a:srgbClr val="4A4F55"/>
              </a:buClr>
              <a:buSzPts val="1500"/>
              <a:buNone/>
              <a:defRPr sz="1500">
                <a:solidFill>
                  <a:srgbClr val="4A4F55"/>
                </a:solidFill>
              </a:defRPr>
            </a:lvl1pPr>
            <a:lvl2pPr marL="914400" lvl="1" indent="-228600" algn="l">
              <a:lnSpc>
                <a:spcPct val="100000"/>
              </a:lnSpc>
              <a:spcBef>
                <a:spcPts val="270"/>
              </a:spcBef>
              <a:spcAft>
                <a:spcPts val="0"/>
              </a:spcAft>
              <a:buClr>
                <a:srgbClr val="888888"/>
              </a:buClr>
              <a:buSzPts val="1350"/>
              <a:buNone/>
              <a:defRPr sz="1350">
                <a:solidFill>
                  <a:srgbClr val="888888"/>
                </a:solidFill>
              </a:defRPr>
            </a:lvl2pPr>
            <a:lvl3pPr marL="1371600" lvl="2" indent="-228600" algn="l">
              <a:lnSpc>
                <a:spcPct val="100000"/>
              </a:lnSpc>
              <a:spcBef>
                <a:spcPts val="240"/>
              </a:spcBef>
              <a:spcAft>
                <a:spcPts val="0"/>
              </a:spcAft>
              <a:buClr>
                <a:srgbClr val="888888"/>
              </a:buClr>
              <a:buSzPts val="1200"/>
              <a:buNone/>
              <a:defRPr sz="1200">
                <a:solidFill>
                  <a:srgbClr val="888888"/>
                </a:solidFill>
              </a:defRPr>
            </a:lvl3pPr>
            <a:lvl4pPr marL="1828800" lvl="3" indent="-228600" algn="l">
              <a:lnSpc>
                <a:spcPct val="100000"/>
              </a:lnSpc>
              <a:spcBef>
                <a:spcPts val="210"/>
              </a:spcBef>
              <a:spcAft>
                <a:spcPts val="0"/>
              </a:spcAft>
              <a:buClr>
                <a:srgbClr val="888888"/>
              </a:buClr>
              <a:buSzPts val="1050"/>
              <a:buNone/>
              <a:defRPr sz="1050">
                <a:solidFill>
                  <a:srgbClr val="888888"/>
                </a:solidFill>
              </a:defRPr>
            </a:lvl4pPr>
            <a:lvl5pPr marL="2286000" lvl="4" indent="-228600" algn="l">
              <a:lnSpc>
                <a:spcPct val="100000"/>
              </a:lnSpc>
              <a:spcBef>
                <a:spcPts val="210"/>
              </a:spcBef>
              <a:spcAft>
                <a:spcPts val="0"/>
              </a:spcAft>
              <a:buClr>
                <a:srgbClr val="888888"/>
              </a:buClr>
              <a:buSzPts val="1050"/>
              <a:buNone/>
              <a:defRPr sz="1050">
                <a:solidFill>
                  <a:srgbClr val="888888"/>
                </a:solidFill>
              </a:defRPr>
            </a:lvl5pPr>
            <a:lvl6pPr marL="2743200" lvl="5" indent="-228600" algn="l">
              <a:lnSpc>
                <a:spcPct val="100000"/>
              </a:lnSpc>
              <a:spcBef>
                <a:spcPts val="210"/>
              </a:spcBef>
              <a:spcAft>
                <a:spcPts val="0"/>
              </a:spcAft>
              <a:buClr>
                <a:srgbClr val="888888"/>
              </a:buClr>
              <a:buSzPts val="1050"/>
              <a:buNone/>
              <a:defRPr sz="1050">
                <a:solidFill>
                  <a:srgbClr val="888888"/>
                </a:solidFill>
              </a:defRPr>
            </a:lvl6pPr>
            <a:lvl7pPr marL="3200400" lvl="6" indent="-228600" algn="l">
              <a:lnSpc>
                <a:spcPct val="100000"/>
              </a:lnSpc>
              <a:spcBef>
                <a:spcPts val="210"/>
              </a:spcBef>
              <a:spcAft>
                <a:spcPts val="0"/>
              </a:spcAft>
              <a:buClr>
                <a:srgbClr val="888888"/>
              </a:buClr>
              <a:buSzPts val="1050"/>
              <a:buNone/>
              <a:defRPr sz="1050">
                <a:solidFill>
                  <a:srgbClr val="888888"/>
                </a:solidFill>
              </a:defRPr>
            </a:lvl7pPr>
            <a:lvl8pPr marL="3657600" lvl="7" indent="-228600" algn="l">
              <a:lnSpc>
                <a:spcPct val="100000"/>
              </a:lnSpc>
              <a:spcBef>
                <a:spcPts val="210"/>
              </a:spcBef>
              <a:spcAft>
                <a:spcPts val="0"/>
              </a:spcAft>
              <a:buClr>
                <a:srgbClr val="888888"/>
              </a:buClr>
              <a:buSzPts val="1050"/>
              <a:buNone/>
              <a:defRPr sz="1050">
                <a:solidFill>
                  <a:srgbClr val="888888"/>
                </a:solidFill>
              </a:defRPr>
            </a:lvl8pPr>
            <a:lvl9pPr marL="4114800" lvl="8" indent="-228600" algn="l">
              <a:lnSpc>
                <a:spcPct val="100000"/>
              </a:lnSpc>
              <a:spcBef>
                <a:spcPts val="210"/>
              </a:spcBef>
              <a:spcAft>
                <a:spcPts val="0"/>
              </a:spcAft>
              <a:buClr>
                <a:srgbClr val="888888"/>
              </a:buClr>
              <a:buSzPts val="1050"/>
              <a:buNone/>
              <a:defRPr sz="1050">
                <a:solidFill>
                  <a:srgbClr val="888888"/>
                </a:solidFill>
              </a:defRPr>
            </a:lvl9pPr>
          </a:lstStyle>
          <a:p>
            <a:endParaRPr/>
          </a:p>
        </p:txBody>
      </p:sp>
      <p:sp>
        <p:nvSpPr>
          <p:cNvPr id="117" name="Google Shape;117;p12"/>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Section Header">
  <p:cSld name="4_Section Header">
    <p:spTree>
      <p:nvGrpSpPr>
        <p:cNvPr id="1" name="Shape 118"/>
        <p:cNvGrpSpPr/>
        <p:nvPr/>
      </p:nvGrpSpPr>
      <p:grpSpPr>
        <a:xfrm>
          <a:off x="0" y="0"/>
          <a:ext cx="0" cy="0"/>
          <a:chOff x="0" y="0"/>
          <a:chExt cx="0" cy="0"/>
        </a:xfrm>
      </p:grpSpPr>
      <p:pic>
        <p:nvPicPr>
          <p:cNvPr id="119" name="Google Shape;119;p13" descr="A group of people walking down a street  Description automatically generated"/>
          <p:cNvPicPr preferRelativeResize="0"/>
          <p:nvPr/>
        </p:nvPicPr>
        <p:blipFill rotWithShape="1">
          <a:blip r:embed="rId2">
            <a:alphaModFix/>
          </a:blip>
          <a:srcRect t="-162" b="-176"/>
          <a:stretch/>
        </p:blipFill>
        <p:spPr>
          <a:xfrm>
            <a:off x="3369971" y="-17293"/>
            <a:ext cx="5774029" cy="5160793"/>
          </a:xfrm>
          <a:prstGeom prst="rect">
            <a:avLst/>
          </a:prstGeom>
          <a:noFill/>
          <a:ln>
            <a:noFill/>
          </a:ln>
        </p:spPr>
      </p:pic>
      <p:grpSp>
        <p:nvGrpSpPr>
          <p:cNvPr id="120" name="Google Shape;120;p13"/>
          <p:cNvGrpSpPr/>
          <p:nvPr/>
        </p:nvGrpSpPr>
        <p:grpSpPr>
          <a:xfrm>
            <a:off x="439200" y="0"/>
            <a:ext cx="6377354" cy="5154356"/>
            <a:chOff x="0" y="-1"/>
            <a:chExt cx="6377354" cy="5150732"/>
          </a:xfrm>
        </p:grpSpPr>
        <p:sp>
          <p:nvSpPr>
            <p:cNvPr id="121" name="Google Shape;121;p13"/>
            <p:cNvSpPr/>
            <p:nvPr/>
          </p:nvSpPr>
          <p:spPr>
            <a:xfrm>
              <a:off x="0" y="0"/>
              <a:ext cx="3059877" cy="5143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2" name="Google Shape;122;p13"/>
            <p:cNvSpPr/>
            <p:nvPr/>
          </p:nvSpPr>
          <p:spPr>
            <a:xfrm rot="5400000">
              <a:off x="2143249" y="916627"/>
              <a:ext cx="5150732" cy="3317477"/>
            </a:xfrm>
            <a:prstGeom prst="triangle">
              <a:avLst>
                <a:gd name="adj" fmla="val 0"/>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23" name="Google Shape;123;p13"/>
          <p:cNvGrpSpPr/>
          <p:nvPr/>
        </p:nvGrpSpPr>
        <p:grpSpPr>
          <a:xfrm>
            <a:off x="-80647" y="-2"/>
            <a:ext cx="6377354" cy="5156081"/>
            <a:chOff x="0" y="-1"/>
            <a:chExt cx="6377354" cy="5150732"/>
          </a:xfrm>
        </p:grpSpPr>
        <p:sp>
          <p:nvSpPr>
            <p:cNvPr id="124" name="Google Shape;124;p13"/>
            <p:cNvSpPr/>
            <p:nvPr/>
          </p:nvSpPr>
          <p:spPr>
            <a:xfrm>
              <a:off x="0" y="0"/>
              <a:ext cx="3059877"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5" name="Google Shape;125;p13"/>
            <p:cNvSpPr/>
            <p:nvPr/>
          </p:nvSpPr>
          <p:spPr>
            <a:xfrm rot="5400000">
              <a:off x="2143249" y="916627"/>
              <a:ext cx="5150732" cy="3317477"/>
            </a:xfrm>
            <a:prstGeom prst="triangle">
              <a:avLst>
                <a:gd name="adj" fmla="val 0"/>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26" name="Google Shape;126;p13"/>
          <p:cNvSpPr/>
          <p:nvPr/>
        </p:nvSpPr>
        <p:spPr>
          <a:xfrm rot="1956373">
            <a:off x="4575729" y="1038850"/>
            <a:ext cx="133535" cy="4514253"/>
          </a:xfrm>
          <a:custGeom>
            <a:avLst/>
            <a:gdLst/>
            <a:ahLst/>
            <a:cxnLst/>
            <a:rect l="l" t="t" r="r" b="b"/>
            <a:pathLst>
              <a:path w="74404" h="4514253" extrusionOk="0">
                <a:moveTo>
                  <a:pt x="4066" y="131585"/>
                </a:moveTo>
                <a:lnTo>
                  <a:pt x="69305" y="0"/>
                </a:lnTo>
                <a:cubicBezTo>
                  <a:pt x="71005" y="1472062"/>
                  <a:pt x="72704" y="2944124"/>
                  <a:pt x="74404" y="4416186"/>
                </a:cubicBezTo>
                <a:lnTo>
                  <a:pt x="0" y="4514253"/>
                </a:lnTo>
                <a:cubicBezTo>
                  <a:pt x="3151" y="3086053"/>
                  <a:pt x="915" y="1559785"/>
                  <a:pt x="4066" y="131585"/>
                </a:cubicBezTo>
                <a:close/>
              </a:path>
            </a:pathLst>
          </a:cu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7" name="Google Shape;127;p13"/>
          <p:cNvSpPr txBox="1">
            <a:spLocks noGrp="1"/>
          </p:cNvSpPr>
          <p:nvPr>
            <p:ph type="title"/>
          </p:nvPr>
        </p:nvSpPr>
        <p:spPr>
          <a:xfrm>
            <a:off x="601358" y="470882"/>
            <a:ext cx="3592512"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2400"/>
              <a:buFont typeface="Arial"/>
              <a:buNone/>
              <a:defRPr sz="24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13"/>
          <p:cNvSpPr txBox="1">
            <a:spLocks noGrp="1"/>
          </p:cNvSpPr>
          <p:nvPr>
            <p:ph type="body" idx="1"/>
          </p:nvPr>
        </p:nvSpPr>
        <p:spPr>
          <a:xfrm>
            <a:off x="601358" y="1492438"/>
            <a:ext cx="3592512" cy="34409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00"/>
              </a:spcBef>
              <a:spcAft>
                <a:spcPts val="0"/>
              </a:spcAft>
              <a:buClr>
                <a:srgbClr val="4A4F55"/>
              </a:buClr>
              <a:buSzPts val="1500"/>
              <a:buNone/>
              <a:defRPr sz="1500">
                <a:solidFill>
                  <a:srgbClr val="4A4F55"/>
                </a:solidFill>
              </a:defRPr>
            </a:lvl1pPr>
            <a:lvl2pPr marL="914400" lvl="1" indent="-228600" algn="l">
              <a:lnSpc>
                <a:spcPct val="100000"/>
              </a:lnSpc>
              <a:spcBef>
                <a:spcPts val="270"/>
              </a:spcBef>
              <a:spcAft>
                <a:spcPts val="0"/>
              </a:spcAft>
              <a:buClr>
                <a:srgbClr val="888888"/>
              </a:buClr>
              <a:buSzPts val="1350"/>
              <a:buNone/>
              <a:defRPr sz="1350">
                <a:solidFill>
                  <a:srgbClr val="888888"/>
                </a:solidFill>
              </a:defRPr>
            </a:lvl2pPr>
            <a:lvl3pPr marL="1371600" lvl="2" indent="-228600" algn="l">
              <a:lnSpc>
                <a:spcPct val="100000"/>
              </a:lnSpc>
              <a:spcBef>
                <a:spcPts val="240"/>
              </a:spcBef>
              <a:spcAft>
                <a:spcPts val="0"/>
              </a:spcAft>
              <a:buClr>
                <a:srgbClr val="888888"/>
              </a:buClr>
              <a:buSzPts val="1200"/>
              <a:buNone/>
              <a:defRPr sz="1200">
                <a:solidFill>
                  <a:srgbClr val="888888"/>
                </a:solidFill>
              </a:defRPr>
            </a:lvl3pPr>
            <a:lvl4pPr marL="1828800" lvl="3" indent="-228600" algn="l">
              <a:lnSpc>
                <a:spcPct val="100000"/>
              </a:lnSpc>
              <a:spcBef>
                <a:spcPts val="210"/>
              </a:spcBef>
              <a:spcAft>
                <a:spcPts val="0"/>
              </a:spcAft>
              <a:buClr>
                <a:srgbClr val="888888"/>
              </a:buClr>
              <a:buSzPts val="1050"/>
              <a:buNone/>
              <a:defRPr sz="1050">
                <a:solidFill>
                  <a:srgbClr val="888888"/>
                </a:solidFill>
              </a:defRPr>
            </a:lvl4pPr>
            <a:lvl5pPr marL="2286000" lvl="4" indent="-228600" algn="l">
              <a:lnSpc>
                <a:spcPct val="100000"/>
              </a:lnSpc>
              <a:spcBef>
                <a:spcPts val="210"/>
              </a:spcBef>
              <a:spcAft>
                <a:spcPts val="0"/>
              </a:spcAft>
              <a:buClr>
                <a:srgbClr val="888888"/>
              </a:buClr>
              <a:buSzPts val="1050"/>
              <a:buNone/>
              <a:defRPr sz="1050">
                <a:solidFill>
                  <a:srgbClr val="888888"/>
                </a:solidFill>
              </a:defRPr>
            </a:lvl5pPr>
            <a:lvl6pPr marL="2743200" lvl="5" indent="-228600" algn="l">
              <a:lnSpc>
                <a:spcPct val="100000"/>
              </a:lnSpc>
              <a:spcBef>
                <a:spcPts val="210"/>
              </a:spcBef>
              <a:spcAft>
                <a:spcPts val="0"/>
              </a:spcAft>
              <a:buClr>
                <a:srgbClr val="888888"/>
              </a:buClr>
              <a:buSzPts val="1050"/>
              <a:buNone/>
              <a:defRPr sz="1050">
                <a:solidFill>
                  <a:srgbClr val="888888"/>
                </a:solidFill>
              </a:defRPr>
            </a:lvl6pPr>
            <a:lvl7pPr marL="3200400" lvl="6" indent="-228600" algn="l">
              <a:lnSpc>
                <a:spcPct val="100000"/>
              </a:lnSpc>
              <a:spcBef>
                <a:spcPts val="210"/>
              </a:spcBef>
              <a:spcAft>
                <a:spcPts val="0"/>
              </a:spcAft>
              <a:buClr>
                <a:srgbClr val="888888"/>
              </a:buClr>
              <a:buSzPts val="1050"/>
              <a:buNone/>
              <a:defRPr sz="1050">
                <a:solidFill>
                  <a:srgbClr val="888888"/>
                </a:solidFill>
              </a:defRPr>
            </a:lvl7pPr>
            <a:lvl8pPr marL="3657600" lvl="7" indent="-228600" algn="l">
              <a:lnSpc>
                <a:spcPct val="100000"/>
              </a:lnSpc>
              <a:spcBef>
                <a:spcPts val="210"/>
              </a:spcBef>
              <a:spcAft>
                <a:spcPts val="0"/>
              </a:spcAft>
              <a:buClr>
                <a:srgbClr val="888888"/>
              </a:buClr>
              <a:buSzPts val="1050"/>
              <a:buNone/>
              <a:defRPr sz="1050">
                <a:solidFill>
                  <a:srgbClr val="888888"/>
                </a:solidFill>
              </a:defRPr>
            </a:lvl8pPr>
            <a:lvl9pPr marL="4114800" lvl="8" indent="-228600" algn="l">
              <a:lnSpc>
                <a:spcPct val="100000"/>
              </a:lnSpc>
              <a:spcBef>
                <a:spcPts val="210"/>
              </a:spcBef>
              <a:spcAft>
                <a:spcPts val="0"/>
              </a:spcAft>
              <a:buClr>
                <a:srgbClr val="888888"/>
              </a:buClr>
              <a:buSzPts val="1050"/>
              <a:buNone/>
              <a:defRPr sz="1050">
                <a:solidFill>
                  <a:srgbClr val="888888"/>
                </a:solidFill>
              </a:defRPr>
            </a:lvl9pPr>
          </a:lstStyle>
          <a:p>
            <a:endParaRPr/>
          </a:p>
        </p:txBody>
      </p:sp>
      <p:sp>
        <p:nvSpPr>
          <p:cNvPr id="129" name="Google Shape;129;p13"/>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6_Section Header">
  <p:cSld name="6_Section Header">
    <p:spTree>
      <p:nvGrpSpPr>
        <p:cNvPr id="1" name="Shape 130"/>
        <p:cNvGrpSpPr/>
        <p:nvPr/>
      </p:nvGrpSpPr>
      <p:grpSpPr>
        <a:xfrm>
          <a:off x="0" y="0"/>
          <a:ext cx="0" cy="0"/>
          <a:chOff x="0" y="0"/>
          <a:chExt cx="0" cy="0"/>
        </a:xfrm>
      </p:grpSpPr>
      <p:pic>
        <p:nvPicPr>
          <p:cNvPr id="131" name="Google Shape;131;p14" descr="A group of people walking down a street next to a building  Description automatically generated"/>
          <p:cNvPicPr preferRelativeResize="0"/>
          <p:nvPr/>
        </p:nvPicPr>
        <p:blipFill rotWithShape="1">
          <a:blip r:embed="rId2">
            <a:alphaModFix/>
          </a:blip>
          <a:srcRect/>
          <a:stretch/>
        </p:blipFill>
        <p:spPr>
          <a:xfrm>
            <a:off x="4607449" y="0"/>
            <a:ext cx="4536551" cy="5125355"/>
          </a:xfrm>
          <a:prstGeom prst="rect">
            <a:avLst/>
          </a:prstGeom>
          <a:noFill/>
          <a:ln>
            <a:noFill/>
          </a:ln>
        </p:spPr>
      </p:pic>
      <p:sp>
        <p:nvSpPr>
          <p:cNvPr id="132" name="Google Shape;132;p14"/>
          <p:cNvSpPr txBox="1">
            <a:spLocks noGrp="1"/>
          </p:cNvSpPr>
          <p:nvPr>
            <p:ph type="title"/>
          </p:nvPr>
        </p:nvSpPr>
        <p:spPr>
          <a:xfrm>
            <a:off x="512001" y="644503"/>
            <a:ext cx="3592512"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2400"/>
              <a:buFont typeface="Arial"/>
              <a:buNone/>
              <a:defRPr sz="24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14"/>
          <p:cNvSpPr txBox="1">
            <a:spLocks noGrp="1"/>
          </p:cNvSpPr>
          <p:nvPr>
            <p:ph type="body" idx="1"/>
          </p:nvPr>
        </p:nvSpPr>
        <p:spPr>
          <a:xfrm>
            <a:off x="512001" y="1666059"/>
            <a:ext cx="3592512" cy="34409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00"/>
              </a:spcBef>
              <a:spcAft>
                <a:spcPts val="0"/>
              </a:spcAft>
              <a:buClr>
                <a:srgbClr val="4A4F55"/>
              </a:buClr>
              <a:buSzPts val="1500"/>
              <a:buNone/>
              <a:defRPr sz="1500">
                <a:solidFill>
                  <a:srgbClr val="4A4F55"/>
                </a:solidFill>
              </a:defRPr>
            </a:lvl1pPr>
            <a:lvl2pPr marL="914400" lvl="1" indent="-228600" algn="l">
              <a:lnSpc>
                <a:spcPct val="100000"/>
              </a:lnSpc>
              <a:spcBef>
                <a:spcPts val="270"/>
              </a:spcBef>
              <a:spcAft>
                <a:spcPts val="0"/>
              </a:spcAft>
              <a:buClr>
                <a:srgbClr val="888888"/>
              </a:buClr>
              <a:buSzPts val="1350"/>
              <a:buNone/>
              <a:defRPr sz="1350">
                <a:solidFill>
                  <a:srgbClr val="888888"/>
                </a:solidFill>
              </a:defRPr>
            </a:lvl2pPr>
            <a:lvl3pPr marL="1371600" lvl="2" indent="-228600" algn="l">
              <a:lnSpc>
                <a:spcPct val="100000"/>
              </a:lnSpc>
              <a:spcBef>
                <a:spcPts val="240"/>
              </a:spcBef>
              <a:spcAft>
                <a:spcPts val="0"/>
              </a:spcAft>
              <a:buClr>
                <a:srgbClr val="888888"/>
              </a:buClr>
              <a:buSzPts val="1200"/>
              <a:buNone/>
              <a:defRPr sz="1200">
                <a:solidFill>
                  <a:srgbClr val="888888"/>
                </a:solidFill>
              </a:defRPr>
            </a:lvl3pPr>
            <a:lvl4pPr marL="1828800" lvl="3" indent="-228600" algn="l">
              <a:lnSpc>
                <a:spcPct val="100000"/>
              </a:lnSpc>
              <a:spcBef>
                <a:spcPts val="210"/>
              </a:spcBef>
              <a:spcAft>
                <a:spcPts val="0"/>
              </a:spcAft>
              <a:buClr>
                <a:srgbClr val="888888"/>
              </a:buClr>
              <a:buSzPts val="1050"/>
              <a:buNone/>
              <a:defRPr sz="1050">
                <a:solidFill>
                  <a:srgbClr val="888888"/>
                </a:solidFill>
              </a:defRPr>
            </a:lvl4pPr>
            <a:lvl5pPr marL="2286000" lvl="4" indent="-228600" algn="l">
              <a:lnSpc>
                <a:spcPct val="100000"/>
              </a:lnSpc>
              <a:spcBef>
                <a:spcPts val="210"/>
              </a:spcBef>
              <a:spcAft>
                <a:spcPts val="0"/>
              </a:spcAft>
              <a:buClr>
                <a:srgbClr val="888888"/>
              </a:buClr>
              <a:buSzPts val="1050"/>
              <a:buNone/>
              <a:defRPr sz="1050">
                <a:solidFill>
                  <a:srgbClr val="888888"/>
                </a:solidFill>
              </a:defRPr>
            </a:lvl5pPr>
            <a:lvl6pPr marL="2743200" lvl="5" indent="-228600" algn="l">
              <a:lnSpc>
                <a:spcPct val="100000"/>
              </a:lnSpc>
              <a:spcBef>
                <a:spcPts val="210"/>
              </a:spcBef>
              <a:spcAft>
                <a:spcPts val="0"/>
              </a:spcAft>
              <a:buClr>
                <a:srgbClr val="888888"/>
              </a:buClr>
              <a:buSzPts val="1050"/>
              <a:buNone/>
              <a:defRPr sz="1050">
                <a:solidFill>
                  <a:srgbClr val="888888"/>
                </a:solidFill>
              </a:defRPr>
            </a:lvl6pPr>
            <a:lvl7pPr marL="3200400" lvl="6" indent="-228600" algn="l">
              <a:lnSpc>
                <a:spcPct val="100000"/>
              </a:lnSpc>
              <a:spcBef>
                <a:spcPts val="210"/>
              </a:spcBef>
              <a:spcAft>
                <a:spcPts val="0"/>
              </a:spcAft>
              <a:buClr>
                <a:srgbClr val="888888"/>
              </a:buClr>
              <a:buSzPts val="1050"/>
              <a:buNone/>
              <a:defRPr sz="1050">
                <a:solidFill>
                  <a:srgbClr val="888888"/>
                </a:solidFill>
              </a:defRPr>
            </a:lvl7pPr>
            <a:lvl8pPr marL="3657600" lvl="7" indent="-228600" algn="l">
              <a:lnSpc>
                <a:spcPct val="100000"/>
              </a:lnSpc>
              <a:spcBef>
                <a:spcPts val="210"/>
              </a:spcBef>
              <a:spcAft>
                <a:spcPts val="0"/>
              </a:spcAft>
              <a:buClr>
                <a:srgbClr val="888888"/>
              </a:buClr>
              <a:buSzPts val="1050"/>
              <a:buNone/>
              <a:defRPr sz="1050">
                <a:solidFill>
                  <a:srgbClr val="888888"/>
                </a:solidFill>
              </a:defRPr>
            </a:lvl8pPr>
            <a:lvl9pPr marL="4114800" lvl="8" indent="-228600" algn="l">
              <a:lnSpc>
                <a:spcPct val="100000"/>
              </a:lnSpc>
              <a:spcBef>
                <a:spcPts val="210"/>
              </a:spcBef>
              <a:spcAft>
                <a:spcPts val="0"/>
              </a:spcAft>
              <a:buClr>
                <a:srgbClr val="888888"/>
              </a:buClr>
              <a:buSzPts val="1050"/>
              <a:buNone/>
              <a:defRPr sz="1050">
                <a:solidFill>
                  <a:srgbClr val="888888"/>
                </a:solidFill>
              </a:defRPr>
            </a:lvl9pPr>
          </a:lstStyle>
          <a:p>
            <a:endParaRPr/>
          </a:p>
        </p:txBody>
      </p:sp>
      <p:sp>
        <p:nvSpPr>
          <p:cNvPr id="134" name="Google Shape;134;p14"/>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35" name="Google Shape;135;p14"/>
          <p:cNvSpPr/>
          <p:nvPr/>
        </p:nvSpPr>
        <p:spPr>
          <a:xfrm flipH="1">
            <a:off x="4607449" y="729324"/>
            <a:ext cx="147431" cy="4414176"/>
          </a:xfrm>
          <a:custGeom>
            <a:avLst/>
            <a:gdLst/>
            <a:ahLst/>
            <a:cxnLst/>
            <a:rect l="l" t="t" r="r" b="b"/>
            <a:pathLst>
              <a:path w="79792" h="4414176" extrusionOk="0">
                <a:moveTo>
                  <a:pt x="9454" y="129575"/>
                </a:moveTo>
                <a:lnTo>
                  <a:pt x="79792" y="0"/>
                </a:lnTo>
                <a:lnTo>
                  <a:pt x="79792" y="4414176"/>
                </a:lnTo>
                <a:lnTo>
                  <a:pt x="0" y="4414176"/>
                </a:lnTo>
                <a:cubicBezTo>
                  <a:pt x="3151" y="2985976"/>
                  <a:pt x="6303" y="1557775"/>
                  <a:pt x="9454" y="129575"/>
                </a:cubicBezTo>
                <a:close/>
              </a:path>
            </a:pathLst>
          </a:cu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eader Only">
  <p:cSld name="Header Only">
    <p:spTree>
      <p:nvGrpSpPr>
        <p:cNvPr id="1" name="Shape 136"/>
        <p:cNvGrpSpPr/>
        <p:nvPr/>
      </p:nvGrpSpPr>
      <p:grpSpPr>
        <a:xfrm>
          <a:off x="0" y="0"/>
          <a:ext cx="0" cy="0"/>
          <a:chOff x="0" y="0"/>
          <a:chExt cx="0" cy="0"/>
        </a:xfrm>
      </p:grpSpPr>
      <p:sp>
        <p:nvSpPr>
          <p:cNvPr id="137" name="Google Shape;137;p15"/>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38" name="Google Shape;138;p15"/>
          <p:cNvSpPr txBox="1">
            <a:spLocks noGrp="1"/>
          </p:cNvSpPr>
          <p:nvPr>
            <p:ph type="title"/>
          </p:nvPr>
        </p:nvSpPr>
        <p:spPr>
          <a:xfrm>
            <a:off x="536408" y="237636"/>
            <a:ext cx="8140628"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39" name="Google Shape;139;p15" descr="A close up of a logo  Description automatically generated"/>
          <p:cNvPicPr preferRelativeResize="0"/>
          <p:nvPr/>
        </p:nvPicPr>
        <p:blipFill rotWithShape="1">
          <a:blip r:embed="rId2">
            <a:alphaModFix/>
          </a:blip>
          <a:srcRect b="-4198"/>
          <a:stretch/>
        </p:blipFill>
        <p:spPr>
          <a:xfrm>
            <a:off x="0" y="0"/>
            <a:ext cx="876601" cy="796293"/>
          </a:xfrm>
          <a:prstGeom prst="rect">
            <a:avLst/>
          </a:prstGeom>
          <a:noFill/>
          <a:ln>
            <a:noFill/>
          </a:ln>
        </p:spPr>
      </p:pic>
      <p:grpSp>
        <p:nvGrpSpPr>
          <p:cNvPr id="140" name="Google Shape;140;p15"/>
          <p:cNvGrpSpPr/>
          <p:nvPr/>
        </p:nvGrpSpPr>
        <p:grpSpPr>
          <a:xfrm>
            <a:off x="182346" y="104249"/>
            <a:ext cx="570006" cy="4473696"/>
            <a:chOff x="182346" y="104249"/>
            <a:chExt cx="570006" cy="4473696"/>
          </a:xfrm>
        </p:grpSpPr>
        <p:pic>
          <p:nvPicPr>
            <p:cNvPr id="141" name="Google Shape;141;p15" descr="A close up of a logo  Description automatically generated"/>
            <p:cNvPicPr preferRelativeResize="0"/>
            <p:nvPr/>
          </p:nvPicPr>
          <p:blipFill rotWithShape="1">
            <a:blip r:embed="rId3">
              <a:alphaModFix/>
            </a:blip>
            <a:srcRect/>
            <a:stretch/>
          </p:blipFill>
          <p:spPr>
            <a:xfrm>
              <a:off x="182346" y="104249"/>
              <a:ext cx="570006" cy="538523"/>
            </a:xfrm>
            <a:prstGeom prst="rect">
              <a:avLst/>
            </a:prstGeom>
            <a:noFill/>
            <a:ln>
              <a:noFill/>
            </a:ln>
          </p:spPr>
        </p:pic>
        <p:sp>
          <p:nvSpPr>
            <p:cNvPr id="142" name="Google Shape;142;p15"/>
            <p:cNvSpPr/>
            <p:nvPr/>
          </p:nvSpPr>
          <p:spPr>
            <a:xfrm rot="5400000">
              <a:off x="-1801902" y="2538833"/>
              <a:ext cx="4023360" cy="54864"/>
            </a:xfrm>
            <a:prstGeom prst="rect">
              <a:avLst/>
            </a:pr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Header &amp; Subtitle">
  <p:cSld name="1_Header &amp; Subtitle">
    <p:spTree>
      <p:nvGrpSpPr>
        <p:cNvPr id="1" name="Shape 143"/>
        <p:cNvGrpSpPr/>
        <p:nvPr/>
      </p:nvGrpSpPr>
      <p:grpSpPr>
        <a:xfrm>
          <a:off x="0" y="0"/>
          <a:ext cx="0" cy="0"/>
          <a:chOff x="0" y="0"/>
          <a:chExt cx="0" cy="0"/>
        </a:xfrm>
      </p:grpSpPr>
      <p:sp>
        <p:nvSpPr>
          <p:cNvPr id="144" name="Google Shape;144;p16"/>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5" name="Google Shape;145;p16"/>
          <p:cNvSpPr txBox="1">
            <a:spLocks noGrp="1"/>
          </p:cNvSpPr>
          <p:nvPr>
            <p:ph type="title"/>
          </p:nvPr>
        </p:nvSpPr>
        <p:spPr>
          <a:xfrm>
            <a:off x="536408" y="237636"/>
            <a:ext cx="8140628"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46" name="Google Shape;146;p16" descr="A close up of a logo  Description automatically generated"/>
          <p:cNvPicPr preferRelativeResize="0"/>
          <p:nvPr/>
        </p:nvPicPr>
        <p:blipFill rotWithShape="1">
          <a:blip r:embed="rId2">
            <a:alphaModFix/>
          </a:blip>
          <a:srcRect b="-4198"/>
          <a:stretch/>
        </p:blipFill>
        <p:spPr>
          <a:xfrm>
            <a:off x="0" y="0"/>
            <a:ext cx="876601" cy="796293"/>
          </a:xfrm>
          <a:prstGeom prst="rect">
            <a:avLst/>
          </a:prstGeom>
          <a:noFill/>
          <a:ln>
            <a:noFill/>
          </a:ln>
        </p:spPr>
      </p:pic>
      <p:sp>
        <p:nvSpPr>
          <p:cNvPr id="147" name="Google Shape;147;p16"/>
          <p:cNvSpPr txBox="1">
            <a:spLocks noGrp="1"/>
          </p:cNvSpPr>
          <p:nvPr>
            <p:ph type="body" idx="1"/>
          </p:nvPr>
        </p:nvSpPr>
        <p:spPr>
          <a:xfrm>
            <a:off x="536408" y="1146189"/>
            <a:ext cx="8140628" cy="34409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00"/>
              </a:spcBef>
              <a:spcAft>
                <a:spcPts val="0"/>
              </a:spcAft>
              <a:buClr>
                <a:srgbClr val="4A4F55"/>
              </a:buClr>
              <a:buSzPts val="1500"/>
              <a:buNone/>
              <a:defRPr sz="1500">
                <a:solidFill>
                  <a:srgbClr val="4A4F55"/>
                </a:solidFill>
              </a:defRPr>
            </a:lvl1pPr>
            <a:lvl2pPr marL="914400" lvl="1" indent="-228600" algn="l">
              <a:lnSpc>
                <a:spcPct val="100000"/>
              </a:lnSpc>
              <a:spcBef>
                <a:spcPts val="270"/>
              </a:spcBef>
              <a:spcAft>
                <a:spcPts val="0"/>
              </a:spcAft>
              <a:buClr>
                <a:srgbClr val="888888"/>
              </a:buClr>
              <a:buSzPts val="1350"/>
              <a:buNone/>
              <a:defRPr sz="1350">
                <a:solidFill>
                  <a:srgbClr val="888888"/>
                </a:solidFill>
              </a:defRPr>
            </a:lvl2pPr>
            <a:lvl3pPr marL="1371600" lvl="2" indent="-228600" algn="l">
              <a:lnSpc>
                <a:spcPct val="100000"/>
              </a:lnSpc>
              <a:spcBef>
                <a:spcPts val="240"/>
              </a:spcBef>
              <a:spcAft>
                <a:spcPts val="0"/>
              </a:spcAft>
              <a:buClr>
                <a:srgbClr val="888888"/>
              </a:buClr>
              <a:buSzPts val="1200"/>
              <a:buNone/>
              <a:defRPr sz="1200">
                <a:solidFill>
                  <a:srgbClr val="888888"/>
                </a:solidFill>
              </a:defRPr>
            </a:lvl3pPr>
            <a:lvl4pPr marL="1828800" lvl="3" indent="-228600" algn="l">
              <a:lnSpc>
                <a:spcPct val="100000"/>
              </a:lnSpc>
              <a:spcBef>
                <a:spcPts val="210"/>
              </a:spcBef>
              <a:spcAft>
                <a:spcPts val="0"/>
              </a:spcAft>
              <a:buClr>
                <a:srgbClr val="888888"/>
              </a:buClr>
              <a:buSzPts val="1050"/>
              <a:buNone/>
              <a:defRPr sz="1050">
                <a:solidFill>
                  <a:srgbClr val="888888"/>
                </a:solidFill>
              </a:defRPr>
            </a:lvl4pPr>
            <a:lvl5pPr marL="2286000" lvl="4" indent="-228600" algn="l">
              <a:lnSpc>
                <a:spcPct val="100000"/>
              </a:lnSpc>
              <a:spcBef>
                <a:spcPts val="210"/>
              </a:spcBef>
              <a:spcAft>
                <a:spcPts val="0"/>
              </a:spcAft>
              <a:buClr>
                <a:srgbClr val="888888"/>
              </a:buClr>
              <a:buSzPts val="1050"/>
              <a:buNone/>
              <a:defRPr sz="1050">
                <a:solidFill>
                  <a:srgbClr val="888888"/>
                </a:solidFill>
              </a:defRPr>
            </a:lvl5pPr>
            <a:lvl6pPr marL="2743200" lvl="5" indent="-228600" algn="l">
              <a:lnSpc>
                <a:spcPct val="100000"/>
              </a:lnSpc>
              <a:spcBef>
                <a:spcPts val="210"/>
              </a:spcBef>
              <a:spcAft>
                <a:spcPts val="0"/>
              </a:spcAft>
              <a:buClr>
                <a:srgbClr val="888888"/>
              </a:buClr>
              <a:buSzPts val="1050"/>
              <a:buNone/>
              <a:defRPr sz="1050">
                <a:solidFill>
                  <a:srgbClr val="888888"/>
                </a:solidFill>
              </a:defRPr>
            </a:lvl6pPr>
            <a:lvl7pPr marL="3200400" lvl="6" indent="-228600" algn="l">
              <a:lnSpc>
                <a:spcPct val="100000"/>
              </a:lnSpc>
              <a:spcBef>
                <a:spcPts val="210"/>
              </a:spcBef>
              <a:spcAft>
                <a:spcPts val="0"/>
              </a:spcAft>
              <a:buClr>
                <a:srgbClr val="888888"/>
              </a:buClr>
              <a:buSzPts val="1050"/>
              <a:buNone/>
              <a:defRPr sz="1050">
                <a:solidFill>
                  <a:srgbClr val="888888"/>
                </a:solidFill>
              </a:defRPr>
            </a:lvl7pPr>
            <a:lvl8pPr marL="3657600" lvl="7" indent="-228600" algn="l">
              <a:lnSpc>
                <a:spcPct val="100000"/>
              </a:lnSpc>
              <a:spcBef>
                <a:spcPts val="210"/>
              </a:spcBef>
              <a:spcAft>
                <a:spcPts val="0"/>
              </a:spcAft>
              <a:buClr>
                <a:srgbClr val="888888"/>
              </a:buClr>
              <a:buSzPts val="1050"/>
              <a:buNone/>
              <a:defRPr sz="1050">
                <a:solidFill>
                  <a:srgbClr val="888888"/>
                </a:solidFill>
              </a:defRPr>
            </a:lvl8pPr>
            <a:lvl9pPr marL="4114800" lvl="8" indent="-228600" algn="l">
              <a:lnSpc>
                <a:spcPct val="100000"/>
              </a:lnSpc>
              <a:spcBef>
                <a:spcPts val="210"/>
              </a:spcBef>
              <a:spcAft>
                <a:spcPts val="0"/>
              </a:spcAft>
              <a:buClr>
                <a:srgbClr val="888888"/>
              </a:buClr>
              <a:buSzPts val="1050"/>
              <a:buNone/>
              <a:defRPr sz="1050">
                <a:solidFill>
                  <a:srgbClr val="888888"/>
                </a:solidFill>
              </a:defRPr>
            </a:lvl9pPr>
          </a:lstStyle>
          <a:p>
            <a:endParaRPr/>
          </a:p>
        </p:txBody>
      </p:sp>
      <p:grpSp>
        <p:nvGrpSpPr>
          <p:cNvPr id="148" name="Google Shape;148;p16"/>
          <p:cNvGrpSpPr/>
          <p:nvPr/>
        </p:nvGrpSpPr>
        <p:grpSpPr>
          <a:xfrm>
            <a:off x="182346" y="104249"/>
            <a:ext cx="570006" cy="4473696"/>
            <a:chOff x="182346" y="104249"/>
            <a:chExt cx="570006" cy="4473696"/>
          </a:xfrm>
        </p:grpSpPr>
        <p:pic>
          <p:nvPicPr>
            <p:cNvPr id="149" name="Google Shape;149;p16" descr="A close up of a logo  Description automatically generated"/>
            <p:cNvPicPr preferRelativeResize="0"/>
            <p:nvPr/>
          </p:nvPicPr>
          <p:blipFill rotWithShape="1">
            <a:blip r:embed="rId3">
              <a:alphaModFix/>
            </a:blip>
            <a:srcRect/>
            <a:stretch/>
          </p:blipFill>
          <p:spPr>
            <a:xfrm>
              <a:off x="182346" y="104249"/>
              <a:ext cx="570006" cy="538523"/>
            </a:xfrm>
            <a:prstGeom prst="rect">
              <a:avLst/>
            </a:prstGeom>
            <a:noFill/>
            <a:ln>
              <a:noFill/>
            </a:ln>
          </p:spPr>
        </p:pic>
        <p:sp>
          <p:nvSpPr>
            <p:cNvPr id="150" name="Google Shape;150;p16"/>
            <p:cNvSpPr/>
            <p:nvPr/>
          </p:nvSpPr>
          <p:spPr>
            <a:xfrm rot="5400000">
              <a:off x="-1801902" y="2538833"/>
              <a:ext cx="4023360" cy="54864"/>
            </a:xfrm>
            <a:prstGeom prst="rect">
              <a:avLst/>
            </a:pr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51"/>
        <p:cNvGrpSpPr/>
        <p:nvPr/>
      </p:nvGrpSpPr>
      <p:grpSpPr>
        <a:xfrm>
          <a:off x="0" y="0"/>
          <a:ext cx="0" cy="0"/>
          <a:chOff x="0" y="0"/>
          <a:chExt cx="0" cy="0"/>
        </a:xfrm>
      </p:grpSpPr>
      <p:pic>
        <p:nvPicPr>
          <p:cNvPr id="152" name="Google Shape;152;p17" descr="A close up of a logo  Description automatically generated"/>
          <p:cNvPicPr preferRelativeResize="0"/>
          <p:nvPr/>
        </p:nvPicPr>
        <p:blipFill rotWithShape="1">
          <a:blip r:embed="rId2">
            <a:alphaModFix/>
          </a:blip>
          <a:srcRect b="-4198"/>
          <a:stretch/>
        </p:blipFill>
        <p:spPr>
          <a:xfrm>
            <a:off x="2718" y="0"/>
            <a:ext cx="876601" cy="796293"/>
          </a:xfrm>
          <a:prstGeom prst="rect">
            <a:avLst/>
          </a:prstGeom>
          <a:noFill/>
          <a:ln>
            <a:noFill/>
          </a:ln>
        </p:spPr>
      </p:pic>
      <p:grpSp>
        <p:nvGrpSpPr>
          <p:cNvPr id="153" name="Google Shape;153;p17"/>
          <p:cNvGrpSpPr/>
          <p:nvPr/>
        </p:nvGrpSpPr>
        <p:grpSpPr>
          <a:xfrm>
            <a:off x="198023" y="147081"/>
            <a:ext cx="8503920" cy="543191"/>
            <a:chOff x="198023" y="147081"/>
            <a:chExt cx="8700480" cy="543191"/>
          </a:xfrm>
        </p:grpSpPr>
        <p:pic>
          <p:nvPicPr>
            <p:cNvPr id="154" name="Google Shape;154;p17" descr="A close up of a logo  Description automatically generated"/>
            <p:cNvPicPr preferRelativeResize="0"/>
            <p:nvPr/>
          </p:nvPicPr>
          <p:blipFill rotWithShape="1">
            <a:blip r:embed="rId3">
              <a:alphaModFix/>
            </a:blip>
            <a:srcRect/>
            <a:stretch/>
          </p:blipFill>
          <p:spPr>
            <a:xfrm>
              <a:off x="198023" y="151749"/>
              <a:ext cx="492246" cy="538523"/>
            </a:xfrm>
            <a:prstGeom prst="rect">
              <a:avLst/>
            </a:prstGeom>
            <a:noFill/>
            <a:ln>
              <a:noFill/>
            </a:ln>
          </p:spPr>
        </p:pic>
        <p:sp>
          <p:nvSpPr>
            <p:cNvPr id="155" name="Google Shape;155;p17"/>
            <p:cNvSpPr/>
            <p:nvPr/>
          </p:nvSpPr>
          <p:spPr>
            <a:xfrm>
              <a:off x="690269" y="147081"/>
              <a:ext cx="8208234" cy="64008"/>
            </a:xfrm>
            <a:prstGeom prst="rect">
              <a:avLst/>
            </a:pr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56" name="Google Shape;156;p17"/>
          <p:cNvSpPr txBox="1">
            <a:spLocks noGrp="1"/>
          </p:cNvSpPr>
          <p:nvPr>
            <p:ph type="title"/>
          </p:nvPr>
        </p:nvSpPr>
        <p:spPr>
          <a:xfrm>
            <a:off x="536408" y="229323"/>
            <a:ext cx="8140628"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17"/>
          <p:cNvSpPr txBox="1">
            <a:spLocks noGrp="1"/>
          </p:cNvSpPr>
          <p:nvPr>
            <p:ph type="body" idx="1"/>
          </p:nvPr>
        </p:nvSpPr>
        <p:spPr>
          <a:xfrm>
            <a:off x="536408" y="1169435"/>
            <a:ext cx="8140628" cy="339447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chemeClr val="dk1"/>
              </a:buClr>
              <a:buSzPts val="1800"/>
              <a:buNone/>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o"/>
              <a:defRPr/>
            </a:lvl3pPr>
            <a:lvl4pPr marL="1828800" lvl="3" indent="-342900" algn="l">
              <a:lnSpc>
                <a:spcPct val="100000"/>
              </a:lnSpc>
              <a:spcBef>
                <a:spcPts val="360"/>
              </a:spcBef>
              <a:spcAft>
                <a:spcPts val="0"/>
              </a:spcAft>
              <a:buClr>
                <a:srgbClr val="7F7F7F"/>
              </a:buClr>
              <a:buSzPts val="1800"/>
              <a:buChar char="–"/>
              <a:defRPr/>
            </a:lvl4pPr>
            <a:lvl5pPr marL="2286000" lvl="4" indent="-342900" algn="l">
              <a:lnSpc>
                <a:spcPct val="100000"/>
              </a:lnSpc>
              <a:spcBef>
                <a:spcPts val="360"/>
              </a:spcBef>
              <a:spcAft>
                <a:spcPts val="0"/>
              </a:spcAft>
              <a:buClr>
                <a:srgbClr val="7F7F7F"/>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llumn Content">
  <p:cSld name="Two Collumn Content">
    <p:spTree>
      <p:nvGrpSpPr>
        <p:cNvPr id="1" name="Shape 158"/>
        <p:cNvGrpSpPr/>
        <p:nvPr/>
      </p:nvGrpSpPr>
      <p:grpSpPr>
        <a:xfrm>
          <a:off x="0" y="0"/>
          <a:ext cx="0" cy="0"/>
          <a:chOff x="0" y="0"/>
          <a:chExt cx="0" cy="0"/>
        </a:xfrm>
      </p:grpSpPr>
      <p:sp>
        <p:nvSpPr>
          <p:cNvPr id="159" name="Google Shape;159;p18"/>
          <p:cNvSpPr txBox="1">
            <a:spLocks noGrp="1"/>
          </p:cNvSpPr>
          <p:nvPr>
            <p:ph type="body" idx="1"/>
          </p:nvPr>
        </p:nvSpPr>
        <p:spPr>
          <a:xfrm>
            <a:off x="536408" y="1200151"/>
            <a:ext cx="3959392" cy="339447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20"/>
              </a:spcBef>
              <a:spcAft>
                <a:spcPts val="0"/>
              </a:spcAft>
              <a:buClr>
                <a:schemeClr val="dk1"/>
              </a:buClr>
              <a:buSzPts val="2100"/>
              <a:buNone/>
              <a:defRPr sz="2100"/>
            </a:lvl1pPr>
            <a:lvl2pPr marL="914400" lvl="1" indent="-342900" algn="l">
              <a:lnSpc>
                <a:spcPct val="100000"/>
              </a:lnSpc>
              <a:spcBef>
                <a:spcPts val="36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o"/>
              <a:defRPr sz="1500"/>
            </a:lvl3pPr>
            <a:lvl4pPr marL="1828800" lvl="3" indent="-314325" algn="l">
              <a:lnSpc>
                <a:spcPct val="100000"/>
              </a:lnSpc>
              <a:spcBef>
                <a:spcPts val="270"/>
              </a:spcBef>
              <a:spcAft>
                <a:spcPts val="0"/>
              </a:spcAft>
              <a:buClr>
                <a:srgbClr val="7F7F7F"/>
              </a:buClr>
              <a:buSzPts val="1350"/>
              <a:buChar char="–"/>
              <a:defRPr sz="1350"/>
            </a:lvl4pPr>
            <a:lvl5pPr marL="2286000" lvl="4" indent="-314325" algn="l">
              <a:lnSpc>
                <a:spcPct val="100000"/>
              </a:lnSpc>
              <a:spcBef>
                <a:spcPts val="270"/>
              </a:spcBef>
              <a:spcAft>
                <a:spcPts val="0"/>
              </a:spcAft>
              <a:buClr>
                <a:srgbClr val="7F7F7F"/>
              </a:buClr>
              <a:buSzPts val="1350"/>
              <a:buChar char="»"/>
              <a:defRPr sz="1350"/>
            </a:lvl5pPr>
            <a:lvl6pPr marL="2743200" lvl="5" indent="-314325" algn="l">
              <a:lnSpc>
                <a:spcPct val="100000"/>
              </a:lnSpc>
              <a:spcBef>
                <a:spcPts val="270"/>
              </a:spcBef>
              <a:spcAft>
                <a:spcPts val="0"/>
              </a:spcAft>
              <a:buClr>
                <a:schemeClr val="dk1"/>
              </a:buClr>
              <a:buSzPts val="1350"/>
              <a:buChar char="•"/>
              <a:defRPr sz="1350"/>
            </a:lvl6pPr>
            <a:lvl7pPr marL="3200400" lvl="6" indent="-314325" algn="l">
              <a:lnSpc>
                <a:spcPct val="100000"/>
              </a:lnSpc>
              <a:spcBef>
                <a:spcPts val="270"/>
              </a:spcBef>
              <a:spcAft>
                <a:spcPts val="0"/>
              </a:spcAft>
              <a:buClr>
                <a:schemeClr val="dk1"/>
              </a:buClr>
              <a:buSzPts val="1350"/>
              <a:buChar char="•"/>
              <a:defRPr sz="1350"/>
            </a:lvl7pPr>
            <a:lvl8pPr marL="3657600" lvl="7" indent="-314325" algn="l">
              <a:lnSpc>
                <a:spcPct val="100000"/>
              </a:lnSpc>
              <a:spcBef>
                <a:spcPts val="270"/>
              </a:spcBef>
              <a:spcAft>
                <a:spcPts val="0"/>
              </a:spcAft>
              <a:buClr>
                <a:schemeClr val="dk1"/>
              </a:buClr>
              <a:buSzPts val="1350"/>
              <a:buChar char="•"/>
              <a:defRPr sz="1350"/>
            </a:lvl8pPr>
            <a:lvl9pPr marL="4114800" lvl="8" indent="-314325" algn="l">
              <a:lnSpc>
                <a:spcPct val="100000"/>
              </a:lnSpc>
              <a:spcBef>
                <a:spcPts val="270"/>
              </a:spcBef>
              <a:spcAft>
                <a:spcPts val="0"/>
              </a:spcAft>
              <a:buClr>
                <a:schemeClr val="dk1"/>
              </a:buClr>
              <a:buSzPts val="1350"/>
              <a:buChar char="•"/>
              <a:defRPr sz="1350"/>
            </a:lvl9pPr>
          </a:lstStyle>
          <a:p>
            <a:endParaRPr/>
          </a:p>
        </p:txBody>
      </p:sp>
      <p:sp>
        <p:nvSpPr>
          <p:cNvPr id="160" name="Google Shape;160;p18"/>
          <p:cNvSpPr txBox="1">
            <a:spLocks noGrp="1"/>
          </p:cNvSpPr>
          <p:nvPr>
            <p:ph type="body" idx="2"/>
          </p:nvPr>
        </p:nvSpPr>
        <p:spPr>
          <a:xfrm>
            <a:off x="4727408" y="1200151"/>
            <a:ext cx="3959392" cy="339447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20"/>
              </a:spcBef>
              <a:spcAft>
                <a:spcPts val="0"/>
              </a:spcAft>
              <a:buClr>
                <a:schemeClr val="dk1"/>
              </a:buClr>
              <a:buSzPts val="2100"/>
              <a:buNone/>
              <a:defRPr sz="2100"/>
            </a:lvl1pPr>
            <a:lvl2pPr marL="914400" lvl="1" indent="-342900" algn="l">
              <a:lnSpc>
                <a:spcPct val="100000"/>
              </a:lnSpc>
              <a:spcBef>
                <a:spcPts val="360"/>
              </a:spcBef>
              <a:spcAft>
                <a:spcPts val="0"/>
              </a:spcAft>
              <a:buClr>
                <a:schemeClr val="dk1"/>
              </a:buClr>
              <a:buSzPts val="1800"/>
              <a:buChar char="•"/>
              <a:defRPr sz="1800"/>
            </a:lvl2pPr>
            <a:lvl3pPr marL="1371600" lvl="2" indent="-323850" algn="l">
              <a:lnSpc>
                <a:spcPct val="100000"/>
              </a:lnSpc>
              <a:spcBef>
                <a:spcPts val="300"/>
              </a:spcBef>
              <a:spcAft>
                <a:spcPts val="0"/>
              </a:spcAft>
              <a:buClr>
                <a:schemeClr val="dk1"/>
              </a:buClr>
              <a:buSzPts val="1500"/>
              <a:buChar char="o"/>
              <a:defRPr sz="1500"/>
            </a:lvl3pPr>
            <a:lvl4pPr marL="1828800" lvl="3" indent="-314325" algn="l">
              <a:lnSpc>
                <a:spcPct val="100000"/>
              </a:lnSpc>
              <a:spcBef>
                <a:spcPts val="270"/>
              </a:spcBef>
              <a:spcAft>
                <a:spcPts val="0"/>
              </a:spcAft>
              <a:buClr>
                <a:srgbClr val="7F7F7F"/>
              </a:buClr>
              <a:buSzPts val="1350"/>
              <a:buChar char="–"/>
              <a:defRPr sz="1350"/>
            </a:lvl4pPr>
            <a:lvl5pPr marL="2286000" lvl="4" indent="-314325" algn="l">
              <a:lnSpc>
                <a:spcPct val="100000"/>
              </a:lnSpc>
              <a:spcBef>
                <a:spcPts val="270"/>
              </a:spcBef>
              <a:spcAft>
                <a:spcPts val="0"/>
              </a:spcAft>
              <a:buClr>
                <a:srgbClr val="7F7F7F"/>
              </a:buClr>
              <a:buSzPts val="1350"/>
              <a:buChar char="»"/>
              <a:defRPr sz="1350"/>
            </a:lvl5pPr>
            <a:lvl6pPr marL="2743200" lvl="5" indent="-314325" algn="l">
              <a:lnSpc>
                <a:spcPct val="100000"/>
              </a:lnSpc>
              <a:spcBef>
                <a:spcPts val="270"/>
              </a:spcBef>
              <a:spcAft>
                <a:spcPts val="0"/>
              </a:spcAft>
              <a:buClr>
                <a:schemeClr val="dk1"/>
              </a:buClr>
              <a:buSzPts val="1350"/>
              <a:buChar char="•"/>
              <a:defRPr sz="1350"/>
            </a:lvl6pPr>
            <a:lvl7pPr marL="3200400" lvl="6" indent="-314325" algn="l">
              <a:lnSpc>
                <a:spcPct val="100000"/>
              </a:lnSpc>
              <a:spcBef>
                <a:spcPts val="270"/>
              </a:spcBef>
              <a:spcAft>
                <a:spcPts val="0"/>
              </a:spcAft>
              <a:buClr>
                <a:schemeClr val="dk1"/>
              </a:buClr>
              <a:buSzPts val="1350"/>
              <a:buChar char="•"/>
              <a:defRPr sz="1350"/>
            </a:lvl7pPr>
            <a:lvl8pPr marL="3657600" lvl="7" indent="-314325" algn="l">
              <a:lnSpc>
                <a:spcPct val="100000"/>
              </a:lnSpc>
              <a:spcBef>
                <a:spcPts val="270"/>
              </a:spcBef>
              <a:spcAft>
                <a:spcPts val="0"/>
              </a:spcAft>
              <a:buClr>
                <a:schemeClr val="dk1"/>
              </a:buClr>
              <a:buSzPts val="1350"/>
              <a:buChar char="•"/>
              <a:defRPr sz="1350"/>
            </a:lvl8pPr>
            <a:lvl9pPr marL="4114800" lvl="8" indent="-314325" algn="l">
              <a:lnSpc>
                <a:spcPct val="100000"/>
              </a:lnSpc>
              <a:spcBef>
                <a:spcPts val="270"/>
              </a:spcBef>
              <a:spcAft>
                <a:spcPts val="0"/>
              </a:spcAft>
              <a:buClr>
                <a:schemeClr val="dk1"/>
              </a:buClr>
              <a:buSzPts val="1350"/>
              <a:buChar char="•"/>
              <a:defRPr sz="1350"/>
            </a:lvl9pPr>
          </a:lstStyle>
          <a:p>
            <a:endParaRPr/>
          </a:p>
        </p:txBody>
      </p:sp>
      <p:sp>
        <p:nvSpPr>
          <p:cNvPr id="161" name="Google Shape;161;p18"/>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62" name="Google Shape;162;p18"/>
          <p:cNvSpPr txBox="1">
            <a:spLocks noGrp="1"/>
          </p:cNvSpPr>
          <p:nvPr>
            <p:ph type="title"/>
          </p:nvPr>
        </p:nvSpPr>
        <p:spPr>
          <a:xfrm>
            <a:off x="536408" y="237636"/>
            <a:ext cx="8140628"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63" name="Google Shape;163;p18" descr="A close up of a logo  Description automatically generated"/>
          <p:cNvPicPr preferRelativeResize="0"/>
          <p:nvPr/>
        </p:nvPicPr>
        <p:blipFill rotWithShape="1">
          <a:blip r:embed="rId2">
            <a:alphaModFix/>
          </a:blip>
          <a:srcRect b="-4198"/>
          <a:stretch/>
        </p:blipFill>
        <p:spPr>
          <a:xfrm>
            <a:off x="0" y="0"/>
            <a:ext cx="876601" cy="796293"/>
          </a:xfrm>
          <a:prstGeom prst="rect">
            <a:avLst/>
          </a:prstGeom>
          <a:noFill/>
          <a:ln>
            <a:noFill/>
          </a:ln>
        </p:spPr>
      </p:pic>
      <p:grpSp>
        <p:nvGrpSpPr>
          <p:cNvPr id="164" name="Google Shape;164;p18"/>
          <p:cNvGrpSpPr/>
          <p:nvPr/>
        </p:nvGrpSpPr>
        <p:grpSpPr>
          <a:xfrm>
            <a:off x="182346" y="104249"/>
            <a:ext cx="570006" cy="4473696"/>
            <a:chOff x="182346" y="104249"/>
            <a:chExt cx="570006" cy="4473696"/>
          </a:xfrm>
        </p:grpSpPr>
        <p:pic>
          <p:nvPicPr>
            <p:cNvPr id="165" name="Google Shape;165;p18" descr="A close up of a logo  Description automatically generated"/>
            <p:cNvPicPr preferRelativeResize="0"/>
            <p:nvPr/>
          </p:nvPicPr>
          <p:blipFill rotWithShape="1">
            <a:blip r:embed="rId3">
              <a:alphaModFix/>
            </a:blip>
            <a:srcRect/>
            <a:stretch/>
          </p:blipFill>
          <p:spPr>
            <a:xfrm>
              <a:off x="182346" y="104249"/>
              <a:ext cx="570006" cy="538523"/>
            </a:xfrm>
            <a:prstGeom prst="rect">
              <a:avLst/>
            </a:prstGeom>
            <a:noFill/>
            <a:ln>
              <a:noFill/>
            </a:ln>
          </p:spPr>
        </p:pic>
        <p:sp>
          <p:nvSpPr>
            <p:cNvPr id="166" name="Google Shape;166;p18"/>
            <p:cNvSpPr/>
            <p:nvPr/>
          </p:nvSpPr>
          <p:spPr>
            <a:xfrm rot="5400000">
              <a:off x="-1801902" y="2538833"/>
              <a:ext cx="4023360" cy="54864"/>
            </a:xfrm>
            <a:prstGeom prst="rect">
              <a:avLst/>
            </a:pr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67"/>
        <p:cNvGrpSpPr/>
        <p:nvPr/>
      </p:nvGrpSpPr>
      <p:grpSpPr>
        <a:xfrm>
          <a:off x="0" y="0"/>
          <a:ext cx="0" cy="0"/>
          <a:chOff x="0" y="0"/>
          <a:chExt cx="0" cy="0"/>
        </a:xfrm>
      </p:grpSpPr>
      <p:sp>
        <p:nvSpPr>
          <p:cNvPr id="168" name="Google Shape;168;p19"/>
          <p:cNvSpPr txBox="1">
            <a:spLocks noGrp="1"/>
          </p:cNvSpPr>
          <p:nvPr>
            <p:ph type="body" idx="1"/>
          </p:nvPr>
        </p:nvSpPr>
        <p:spPr>
          <a:xfrm>
            <a:off x="536408" y="1151335"/>
            <a:ext cx="3960980"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rgbClr val="FCC90A"/>
              </a:buClr>
              <a:buSzPts val="1800"/>
              <a:buNone/>
              <a:defRPr sz="1800" b="1">
                <a:solidFill>
                  <a:srgbClr val="FCC90A"/>
                </a:solidFill>
              </a:defRPr>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270"/>
              </a:spcBef>
              <a:spcAft>
                <a:spcPts val="0"/>
              </a:spcAft>
              <a:buClr>
                <a:schemeClr val="dk1"/>
              </a:buClr>
              <a:buSzPts val="1350"/>
              <a:buNone/>
              <a:defRPr sz="1350" b="1"/>
            </a:lvl3pPr>
            <a:lvl4pPr marL="1828800" lvl="3" indent="-228600" algn="l">
              <a:lnSpc>
                <a:spcPct val="100000"/>
              </a:lnSpc>
              <a:spcBef>
                <a:spcPts val="240"/>
              </a:spcBef>
              <a:spcAft>
                <a:spcPts val="0"/>
              </a:spcAft>
              <a:buClr>
                <a:srgbClr val="7F7F7F"/>
              </a:buClr>
              <a:buSzPts val="1200"/>
              <a:buNone/>
              <a:defRPr sz="1200" b="1"/>
            </a:lvl4pPr>
            <a:lvl5pPr marL="2286000" lvl="4" indent="-228600" algn="l">
              <a:lnSpc>
                <a:spcPct val="100000"/>
              </a:lnSpc>
              <a:spcBef>
                <a:spcPts val="240"/>
              </a:spcBef>
              <a:spcAft>
                <a:spcPts val="0"/>
              </a:spcAft>
              <a:buClr>
                <a:srgbClr val="7F7F7F"/>
              </a:buClr>
              <a:buSzPts val="1200"/>
              <a:buNone/>
              <a:defRPr sz="1200" b="1"/>
            </a:lvl5pPr>
            <a:lvl6pPr marL="2743200" lvl="5" indent="-228600" algn="l">
              <a:lnSpc>
                <a:spcPct val="100000"/>
              </a:lnSpc>
              <a:spcBef>
                <a:spcPts val="240"/>
              </a:spcBef>
              <a:spcAft>
                <a:spcPts val="0"/>
              </a:spcAft>
              <a:buClr>
                <a:schemeClr val="dk1"/>
              </a:buClr>
              <a:buSzPts val="1200"/>
              <a:buNone/>
              <a:defRPr sz="1200" b="1"/>
            </a:lvl6pPr>
            <a:lvl7pPr marL="3200400" lvl="6" indent="-228600" algn="l">
              <a:lnSpc>
                <a:spcPct val="100000"/>
              </a:lnSpc>
              <a:spcBef>
                <a:spcPts val="240"/>
              </a:spcBef>
              <a:spcAft>
                <a:spcPts val="0"/>
              </a:spcAft>
              <a:buClr>
                <a:schemeClr val="dk1"/>
              </a:buClr>
              <a:buSzPts val="1200"/>
              <a:buNone/>
              <a:defRPr sz="1200" b="1"/>
            </a:lvl7pPr>
            <a:lvl8pPr marL="3657600" lvl="7" indent="-228600" algn="l">
              <a:lnSpc>
                <a:spcPct val="100000"/>
              </a:lnSpc>
              <a:spcBef>
                <a:spcPts val="240"/>
              </a:spcBef>
              <a:spcAft>
                <a:spcPts val="0"/>
              </a:spcAft>
              <a:buClr>
                <a:schemeClr val="dk1"/>
              </a:buClr>
              <a:buSzPts val="1200"/>
              <a:buNone/>
              <a:defRPr sz="1200" b="1"/>
            </a:lvl8pPr>
            <a:lvl9pPr marL="4114800" lvl="8" indent="-228600" algn="l">
              <a:lnSpc>
                <a:spcPct val="100000"/>
              </a:lnSpc>
              <a:spcBef>
                <a:spcPts val="240"/>
              </a:spcBef>
              <a:spcAft>
                <a:spcPts val="0"/>
              </a:spcAft>
              <a:buClr>
                <a:schemeClr val="dk1"/>
              </a:buClr>
              <a:buSzPts val="1200"/>
              <a:buNone/>
              <a:defRPr sz="1200" b="1"/>
            </a:lvl9pPr>
          </a:lstStyle>
          <a:p>
            <a:endParaRPr/>
          </a:p>
        </p:txBody>
      </p:sp>
      <p:sp>
        <p:nvSpPr>
          <p:cNvPr id="169" name="Google Shape;169;p19"/>
          <p:cNvSpPr txBox="1">
            <a:spLocks noGrp="1"/>
          </p:cNvSpPr>
          <p:nvPr>
            <p:ph type="body" idx="2"/>
          </p:nvPr>
        </p:nvSpPr>
        <p:spPr>
          <a:xfrm>
            <a:off x="536408" y="1631156"/>
            <a:ext cx="3960980" cy="2963466"/>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chemeClr val="dk1"/>
              </a:buClr>
              <a:buSzPts val="1800"/>
              <a:buNone/>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4325" algn="l">
              <a:lnSpc>
                <a:spcPct val="100000"/>
              </a:lnSpc>
              <a:spcBef>
                <a:spcPts val="270"/>
              </a:spcBef>
              <a:spcAft>
                <a:spcPts val="0"/>
              </a:spcAft>
              <a:buClr>
                <a:schemeClr val="dk1"/>
              </a:buClr>
              <a:buSzPts val="1350"/>
              <a:buChar char="o"/>
              <a:defRPr sz="1350"/>
            </a:lvl3pPr>
            <a:lvl4pPr marL="1828800" lvl="3" indent="-304800" algn="l">
              <a:lnSpc>
                <a:spcPct val="100000"/>
              </a:lnSpc>
              <a:spcBef>
                <a:spcPts val="240"/>
              </a:spcBef>
              <a:spcAft>
                <a:spcPts val="0"/>
              </a:spcAft>
              <a:buClr>
                <a:srgbClr val="7F7F7F"/>
              </a:buClr>
              <a:buSzPts val="1200"/>
              <a:buChar char="–"/>
              <a:defRPr sz="1200"/>
            </a:lvl4pPr>
            <a:lvl5pPr marL="2286000" lvl="4" indent="-304800" algn="l">
              <a:lnSpc>
                <a:spcPct val="100000"/>
              </a:lnSpc>
              <a:spcBef>
                <a:spcPts val="240"/>
              </a:spcBef>
              <a:spcAft>
                <a:spcPts val="0"/>
              </a:spcAft>
              <a:buClr>
                <a:srgbClr val="7F7F7F"/>
              </a:buClr>
              <a:buSzPts val="1200"/>
              <a:buChar char="»"/>
              <a:defRPr sz="1200"/>
            </a:lvl5pPr>
            <a:lvl6pPr marL="2743200" lvl="5" indent="-304800" algn="l">
              <a:lnSpc>
                <a:spcPct val="100000"/>
              </a:lnSpc>
              <a:spcBef>
                <a:spcPts val="240"/>
              </a:spcBef>
              <a:spcAft>
                <a:spcPts val="0"/>
              </a:spcAft>
              <a:buClr>
                <a:schemeClr val="dk1"/>
              </a:buClr>
              <a:buSzPts val="1200"/>
              <a:buChar char="•"/>
              <a:defRPr sz="1200"/>
            </a:lvl6pPr>
            <a:lvl7pPr marL="3200400" lvl="6" indent="-304800" algn="l">
              <a:lnSpc>
                <a:spcPct val="100000"/>
              </a:lnSpc>
              <a:spcBef>
                <a:spcPts val="240"/>
              </a:spcBef>
              <a:spcAft>
                <a:spcPts val="0"/>
              </a:spcAft>
              <a:buClr>
                <a:schemeClr val="dk1"/>
              </a:buClr>
              <a:buSzPts val="1200"/>
              <a:buChar char="•"/>
              <a:defRPr sz="1200"/>
            </a:lvl7pPr>
            <a:lvl8pPr marL="3657600" lvl="7" indent="-304800" algn="l">
              <a:lnSpc>
                <a:spcPct val="100000"/>
              </a:lnSpc>
              <a:spcBef>
                <a:spcPts val="240"/>
              </a:spcBef>
              <a:spcAft>
                <a:spcPts val="0"/>
              </a:spcAft>
              <a:buClr>
                <a:schemeClr val="dk1"/>
              </a:buClr>
              <a:buSzPts val="1200"/>
              <a:buChar char="•"/>
              <a:defRPr sz="1200"/>
            </a:lvl8pPr>
            <a:lvl9pPr marL="4114800" lvl="8" indent="-304800" algn="l">
              <a:lnSpc>
                <a:spcPct val="100000"/>
              </a:lnSpc>
              <a:spcBef>
                <a:spcPts val="240"/>
              </a:spcBef>
              <a:spcAft>
                <a:spcPts val="0"/>
              </a:spcAft>
              <a:buClr>
                <a:schemeClr val="dk1"/>
              </a:buClr>
              <a:buSzPts val="1200"/>
              <a:buChar char="•"/>
              <a:defRPr sz="1200"/>
            </a:lvl9pPr>
          </a:lstStyle>
          <a:p>
            <a:endParaRPr/>
          </a:p>
        </p:txBody>
      </p:sp>
      <p:sp>
        <p:nvSpPr>
          <p:cNvPr id="170" name="Google Shape;170;p19"/>
          <p:cNvSpPr txBox="1">
            <a:spLocks noGrp="1"/>
          </p:cNvSpPr>
          <p:nvPr>
            <p:ph type="body" idx="3"/>
          </p:nvPr>
        </p:nvSpPr>
        <p:spPr>
          <a:xfrm>
            <a:off x="4724265" y="1151335"/>
            <a:ext cx="3962536"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rgbClr val="FCC90A"/>
              </a:buClr>
              <a:buSzPts val="1800"/>
              <a:buNone/>
              <a:defRPr sz="1800" b="1">
                <a:solidFill>
                  <a:srgbClr val="FCC90A"/>
                </a:solidFill>
              </a:defRPr>
            </a:lvl1pPr>
            <a:lvl2pPr marL="914400" lvl="1" indent="-228600" algn="l">
              <a:lnSpc>
                <a:spcPct val="100000"/>
              </a:lnSpc>
              <a:spcBef>
                <a:spcPts val="300"/>
              </a:spcBef>
              <a:spcAft>
                <a:spcPts val="0"/>
              </a:spcAft>
              <a:buClr>
                <a:schemeClr val="dk1"/>
              </a:buClr>
              <a:buSzPts val="1500"/>
              <a:buNone/>
              <a:defRPr sz="1500" b="1"/>
            </a:lvl2pPr>
            <a:lvl3pPr marL="1371600" lvl="2" indent="-228600" algn="l">
              <a:lnSpc>
                <a:spcPct val="100000"/>
              </a:lnSpc>
              <a:spcBef>
                <a:spcPts val="270"/>
              </a:spcBef>
              <a:spcAft>
                <a:spcPts val="0"/>
              </a:spcAft>
              <a:buClr>
                <a:schemeClr val="dk1"/>
              </a:buClr>
              <a:buSzPts val="1350"/>
              <a:buNone/>
              <a:defRPr sz="1350" b="1"/>
            </a:lvl3pPr>
            <a:lvl4pPr marL="1828800" lvl="3" indent="-228600" algn="l">
              <a:lnSpc>
                <a:spcPct val="100000"/>
              </a:lnSpc>
              <a:spcBef>
                <a:spcPts val="240"/>
              </a:spcBef>
              <a:spcAft>
                <a:spcPts val="0"/>
              </a:spcAft>
              <a:buClr>
                <a:srgbClr val="7F7F7F"/>
              </a:buClr>
              <a:buSzPts val="1200"/>
              <a:buNone/>
              <a:defRPr sz="1200" b="1"/>
            </a:lvl4pPr>
            <a:lvl5pPr marL="2286000" lvl="4" indent="-228600" algn="l">
              <a:lnSpc>
                <a:spcPct val="100000"/>
              </a:lnSpc>
              <a:spcBef>
                <a:spcPts val="240"/>
              </a:spcBef>
              <a:spcAft>
                <a:spcPts val="0"/>
              </a:spcAft>
              <a:buClr>
                <a:srgbClr val="7F7F7F"/>
              </a:buClr>
              <a:buSzPts val="1200"/>
              <a:buNone/>
              <a:defRPr sz="1200" b="1"/>
            </a:lvl5pPr>
            <a:lvl6pPr marL="2743200" lvl="5" indent="-228600" algn="l">
              <a:lnSpc>
                <a:spcPct val="100000"/>
              </a:lnSpc>
              <a:spcBef>
                <a:spcPts val="240"/>
              </a:spcBef>
              <a:spcAft>
                <a:spcPts val="0"/>
              </a:spcAft>
              <a:buClr>
                <a:schemeClr val="dk1"/>
              </a:buClr>
              <a:buSzPts val="1200"/>
              <a:buNone/>
              <a:defRPr sz="1200" b="1"/>
            </a:lvl6pPr>
            <a:lvl7pPr marL="3200400" lvl="6" indent="-228600" algn="l">
              <a:lnSpc>
                <a:spcPct val="100000"/>
              </a:lnSpc>
              <a:spcBef>
                <a:spcPts val="240"/>
              </a:spcBef>
              <a:spcAft>
                <a:spcPts val="0"/>
              </a:spcAft>
              <a:buClr>
                <a:schemeClr val="dk1"/>
              </a:buClr>
              <a:buSzPts val="1200"/>
              <a:buNone/>
              <a:defRPr sz="1200" b="1"/>
            </a:lvl7pPr>
            <a:lvl8pPr marL="3657600" lvl="7" indent="-228600" algn="l">
              <a:lnSpc>
                <a:spcPct val="100000"/>
              </a:lnSpc>
              <a:spcBef>
                <a:spcPts val="240"/>
              </a:spcBef>
              <a:spcAft>
                <a:spcPts val="0"/>
              </a:spcAft>
              <a:buClr>
                <a:schemeClr val="dk1"/>
              </a:buClr>
              <a:buSzPts val="1200"/>
              <a:buNone/>
              <a:defRPr sz="1200" b="1"/>
            </a:lvl8pPr>
            <a:lvl9pPr marL="4114800" lvl="8" indent="-228600" algn="l">
              <a:lnSpc>
                <a:spcPct val="100000"/>
              </a:lnSpc>
              <a:spcBef>
                <a:spcPts val="240"/>
              </a:spcBef>
              <a:spcAft>
                <a:spcPts val="0"/>
              </a:spcAft>
              <a:buClr>
                <a:schemeClr val="dk1"/>
              </a:buClr>
              <a:buSzPts val="1200"/>
              <a:buNone/>
              <a:defRPr sz="1200" b="1"/>
            </a:lvl9pPr>
          </a:lstStyle>
          <a:p>
            <a:endParaRPr/>
          </a:p>
        </p:txBody>
      </p:sp>
      <p:sp>
        <p:nvSpPr>
          <p:cNvPr id="171" name="Google Shape;171;p19"/>
          <p:cNvSpPr txBox="1">
            <a:spLocks noGrp="1"/>
          </p:cNvSpPr>
          <p:nvPr>
            <p:ph type="body" idx="4"/>
          </p:nvPr>
        </p:nvSpPr>
        <p:spPr>
          <a:xfrm>
            <a:off x="4724265" y="1631156"/>
            <a:ext cx="3962536" cy="2963466"/>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chemeClr val="dk1"/>
              </a:buClr>
              <a:buSzPts val="1800"/>
              <a:buNone/>
              <a:defRPr sz="1800"/>
            </a:lvl1pPr>
            <a:lvl2pPr marL="914400" lvl="1" indent="-323850" algn="l">
              <a:lnSpc>
                <a:spcPct val="100000"/>
              </a:lnSpc>
              <a:spcBef>
                <a:spcPts val="300"/>
              </a:spcBef>
              <a:spcAft>
                <a:spcPts val="0"/>
              </a:spcAft>
              <a:buClr>
                <a:schemeClr val="dk1"/>
              </a:buClr>
              <a:buSzPts val="1500"/>
              <a:buChar char="•"/>
              <a:defRPr sz="1500"/>
            </a:lvl2pPr>
            <a:lvl3pPr marL="1371600" lvl="2" indent="-314325" algn="l">
              <a:lnSpc>
                <a:spcPct val="100000"/>
              </a:lnSpc>
              <a:spcBef>
                <a:spcPts val="270"/>
              </a:spcBef>
              <a:spcAft>
                <a:spcPts val="0"/>
              </a:spcAft>
              <a:buClr>
                <a:schemeClr val="dk1"/>
              </a:buClr>
              <a:buSzPts val="1350"/>
              <a:buChar char="o"/>
              <a:defRPr sz="1350"/>
            </a:lvl3pPr>
            <a:lvl4pPr marL="1828800" lvl="3" indent="-304800" algn="l">
              <a:lnSpc>
                <a:spcPct val="100000"/>
              </a:lnSpc>
              <a:spcBef>
                <a:spcPts val="240"/>
              </a:spcBef>
              <a:spcAft>
                <a:spcPts val="0"/>
              </a:spcAft>
              <a:buClr>
                <a:srgbClr val="7F7F7F"/>
              </a:buClr>
              <a:buSzPts val="1200"/>
              <a:buChar char="–"/>
              <a:defRPr sz="1200"/>
            </a:lvl4pPr>
            <a:lvl5pPr marL="2286000" lvl="4" indent="-304800" algn="l">
              <a:lnSpc>
                <a:spcPct val="100000"/>
              </a:lnSpc>
              <a:spcBef>
                <a:spcPts val="240"/>
              </a:spcBef>
              <a:spcAft>
                <a:spcPts val="0"/>
              </a:spcAft>
              <a:buClr>
                <a:srgbClr val="7F7F7F"/>
              </a:buClr>
              <a:buSzPts val="1200"/>
              <a:buChar char="»"/>
              <a:defRPr sz="1200"/>
            </a:lvl5pPr>
            <a:lvl6pPr marL="2743200" lvl="5" indent="-304800" algn="l">
              <a:lnSpc>
                <a:spcPct val="100000"/>
              </a:lnSpc>
              <a:spcBef>
                <a:spcPts val="240"/>
              </a:spcBef>
              <a:spcAft>
                <a:spcPts val="0"/>
              </a:spcAft>
              <a:buClr>
                <a:schemeClr val="dk1"/>
              </a:buClr>
              <a:buSzPts val="1200"/>
              <a:buChar char="•"/>
              <a:defRPr sz="1200"/>
            </a:lvl6pPr>
            <a:lvl7pPr marL="3200400" lvl="6" indent="-304800" algn="l">
              <a:lnSpc>
                <a:spcPct val="100000"/>
              </a:lnSpc>
              <a:spcBef>
                <a:spcPts val="240"/>
              </a:spcBef>
              <a:spcAft>
                <a:spcPts val="0"/>
              </a:spcAft>
              <a:buClr>
                <a:schemeClr val="dk1"/>
              </a:buClr>
              <a:buSzPts val="1200"/>
              <a:buChar char="•"/>
              <a:defRPr sz="1200"/>
            </a:lvl7pPr>
            <a:lvl8pPr marL="3657600" lvl="7" indent="-304800" algn="l">
              <a:lnSpc>
                <a:spcPct val="100000"/>
              </a:lnSpc>
              <a:spcBef>
                <a:spcPts val="240"/>
              </a:spcBef>
              <a:spcAft>
                <a:spcPts val="0"/>
              </a:spcAft>
              <a:buClr>
                <a:schemeClr val="dk1"/>
              </a:buClr>
              <a:buSzPts val="1200"/>
              <a:buChar char="•"/>
              <a:defRPr sz="1200"/>
            </a:lvl8pPr>
            <a:lvl9pPr marL="4114800" lvl="8" indent="-304800" algn="l">
              <a:lnSpc>
                <a:spcPct val="100000"/>
              </a:lnSpc>
              <a:spcBef>
                <a:spcPts val="240"/>
              </a:spcBef>
              <a:spcAft>
                <a:spcPts val="0"/>
              </a:spcAft>
              <a:buClr>
                <a:schemeClr val="dk1"/>
              </a:buClr>
              <a:buSzPts val="1200"/>
              <a:buChar char="•"/>
              <a:defRPr sz="1200"/>
            </a:lvl9pPr>
          </a:lstStyle>
          <a:p>
            <a:endParaRPr/>
          </a:p>
        </p:txBody>
      </p:sp>
      <p:sp>
        <p:nvSpPr>
          <p:cNvPr id="172" name="Google Shape;172;p19"/>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73" name="Google Shape;173;p19"/>
          <p:cNvSpPr txBox="1">
            <a:spLocks noGrp="1"/>
          </p:cNvSpPr>
          <p:nvPr>
            <p:ph type="title"/>
          </p:nvPr>
        </p:nvSpPr>
        <p:spPr>
          <a:xfrm>
            <a:off x="536408" y="237636"/>
            <a:ext cx="8140628"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74" name="Google Shape;174;p19" descr="A close up of a logo  Description automatically generated"/>
          <p:cNvPicPr preferRelativeResize="0"/>
          <p:nvPr/>
        </p:nvPicPr>
        <p:blipFill rotWithShape="1">
          <a:blip r:embed="rId2">
            <a:alphaModFix/>
          </a:blip>
          <a:srcRect b="-4198"/>
          <a:stretch/>
        </p:blipFill>
        <p:spPr>
          <a:xfrm>
            <a:off x="0" y="0"/>
            <a:ext cx="876601" cy="796293"/>
          </a:xfrm>
          <a:prstGeom prst="rect">
            <a:avLst/>
          </a:prstGeom>
          <a:noFill/>
          <a:ln>
            <a:noFill/>
          </a:ln>
        </p:spPr>
      </p:pic>
      <p:grpSp>
        <p:nvGrpSpPr>
          <p:cNvPr id="175" name="Google Shape;175;p19"/>
          <p:cNvGrpSpPr/>
          <p:nvPr/>
        </p:nvGrpSpPr>
        <p:grpSpPr>
          <a:xfrm>
            <a:off x="182346" y="104249"/>
            <a:ext cx="570006" cy="4473696"/>
            <a:chOff x="182346" y="104249"/>
            <a:chExt cx="570006" cy="4473696"/>
          </a:xfrm>
        </p:grpSpPr>
        <p:pic>
          <p:nvPicPr>
            <p:cNvPr id="176" name="Google Shape;176;p19" descr="A close up of a logo  Description automatically generated"/>
            <p:cNvPicPr preferRelativeResize="0"/>
            <p:nvPr/>
          </p:nvPicPr>
          <p:blipFill rotWithShape="1">
            <a:blip r:embed="rId3">
              <a:alphaModFix/>
            </a:blip>
            <a:srcRect/>
            <a:stretch/>
          </p:blipFill>
          <p:spPr>
            <a:xfrm>
              <a:off x="182346" y="104249"/>
              <a:ext cx="570006" cy="538523"/>
            </a:xfrm>
            <a:prstGeom prst="rect">
              <a:avLst/>
            </a:prstGeom>
            <a:noFill/>
            <a:ln>
              <a:noFill/>
            </a:ln>
          </p:spPr>
        </p:pic>
        <p:sp>
          <p:nvSpPr>
            <p:cNvPr id="177" name="Google Shape;177;p19"/>
            <p:cNvSpPr/>
            <p:nvPr/>
          </p:nvSpPr>
          <p:spPr>
            <a:xfrm rot="5400000">
              <a:off x="-1801902" y="2538833"/>
              <a:ext cx="4023360" cy="54864"/>
            </a:xfrm>
            <a:prstGeom prst="rect">
              <a:avLst/>
            </a:prstGeom>
            <a:solidFill>
              <a:srgbClr val="FCC90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78"/>
        <p:cNvGrpSpPr/>
        <p:nvPr/>
      </p:nvGrpSpPr>
      <p:grpSpPr>
        <a:xfrm>
          <a:off x="0" y="0"/>
          <a:ext cx="0" cy="0"/>
          <a:chOff x="0" y="0"/>
          <a:chExt cx="0" cy="0"/>
        </a:xfrm>
      </p:grpSpPr>
      <p:sp>
        <p:nvSpPr>
          <p:cNvPr id="179" name="Google Shape;179;p20"/>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28600" y="170261"/>
            <a:ext cx="8769096" cy="85725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228600" y="1126999"/>
            <a:ext cx="8769096" cy="339447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chemeClr val="dk1"/>
              </a:buClr>
              <a:buSzPts val="1700"/>
              <a:buFont typeface="Arial"/>
              <a:buNone/>
              <a:defRPr sz="1700" b="0" i="0" u="none" strike="noStrike" cap="none">
                <a:solidFill>
                  <a:schemeClr val="dk1"/>
                </a:solidFill>
                <a:latin typeface="Arial"/>
                <a:ea typeface="Arial"/>
                <a:cs typeface="Arial"/>
                <a:sym typeface="Arial"/>
              </a:defRPr>
            </a:lvl1pPr>
            <a:lvl2pPr marL="914400" marR="0" lvl="1"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2pPr>
            <a:lvl3pPr marL="1371600" marR="0" lvl="2" indent="-317500" algn="l" rtl="0">
              <a:lnSpc>
                <a:spcPct val="100000"/>
              </a:lnSpc>
              <a:spcBef>
                <a:spcPts val="280"/>
              </a:spcBef>
              <a:spcAft>
                <a:spcPts val="0"/>
              </a:spcAft>
              <a:buClr>
                <a:schemeClr val="dk1"/>
              </a:buClr>
              <a:buSzPts val="1400"/>
              <a:buFont typeface="Courier New"/>
              <a:buChar char="o"/>
              <a:defRPr sz="1400" b="0" i="0" u="none" strike="noStrike" cap="none">
                <a:solidFill>
                  <a:schemeClr val="dk1"/>
                </a:solidFill>
                <a:latin typeface="Arial"/>
                <a:ea typeface="Arial"/>
                <a:cs typeface="Arial"/>
                <a:sym typeface="Arial"/>
              </a:defRPr>
            </a:lvl3pPr>
            <a:lvl4pPr marL="1828800" marR="0" lvl="3" indent="-304800" algn="l" rtl="0">
              <a:lnSpc>
                <a:spcPct val="100000"/>
              </a:lnSpc>
              <a:spcBef>
                <a:spcPts val="240"/>
              </a:spcBef>
              <a:spcAft>
                <a:spcPts val="0"/>
              </a:spcAft>
              <a:buClr>
                <a:srgbClr val="7F7F7F"/>
              </a:buClr>
              <a:buSzPts val="1200"/>
              <a:buFont typeface="Arial"/>
              <a:buChar char="–"/>
              <a:defRPr sz="1200" b="0" i="0" u="none" strike="noStrike" cap="none">
                <a:solidFill>
                  <a:srgbClr val="7F7F7F"/>
                </a:solidFill>
                <a:latin typeface="Arial"/>
                <a:ea typeface="Arial"/>
                <a:cs typeface="Arial"/>
                <a:sym typeface="Arial"/>
              </a:defRPr>
            </a:lvl4pPr>
            <a:lvl5pPr marL="2286000" marR="0" lvl="4" indent="-292100" algn="l" rtl="0">
              <a:lnSpc>
                <a:spcPct val="100000"/>
              </a:lnSpc>
              <a:spcBef>
                <a:spcPts val="200"/>
              </a:spcBef>
              <a:spcAft>
                <a:spcPts val="0"/>
              </a:spcAft>
              <a:buClr>
                <a:srgbClr val="7F7F7F"/>
              </a:buClr>
              <a:buSzPts val="1000"/>
              <a:buFont typeface="Arial"/>
              <a:buChar char="»"/>
              <a:defRPr sz="1000" b="0" i="0" u="none" strike="noStrike" cap="none">
                <a:solidFill>
                  <a:srgbClr val="7F7F7F"/>
                </a:solidFill>
                <a:latin typeface="Arial"/>
                <a:ea typeface="Arial"/>
                <a:cs typeface="Arial"/>
                <a:sym typeface="Arial"/>
              </a:defRPr>
            </a:lvl5pPr>
            <a:lvl6pPr marL="2743200" marR="0" lvl="5"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100000"/>
              </a:lnSpc>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sldNum" idx="12"/>
          </p:nvPr>
        </p:nvSpPr>
        <p:spPr>
          <a:xfrm>
            <a:off x="6975564" y="4826111"/>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3" name="Google Shape;13;p1"/>
          <p:cNvPicPr preferRelativeResize="0"/>
          <p:nvPr/>
        </p:nvPicPr>
        <p:blipFill rotWithShape="1">
          <a:blip r:embed="rId21">
            <a:alphaModFix/>
          </a:blip>
          <a:srcRect/>
          <a:stretch/>
        </p:blipFill>
        <p:spPr>
          <a:xfrm>
            <a:off x="80509" y="4720046"/>
            <a:ext cx="320286" cy="340980"/>
          </a:xfrm>
          <a:prstGeom prst="rect">
            <a:avLst/>
          </a:prstGeom>
          <a:noFill/>
          <a:ln>
            <a:noFill/>
          </a:ln>
        </p:spPr>
      </p:pic>
      <p:sp>
        <p:nvSpPr>
          <p:cNvPr id="14" name="Google Shape;14;p1"/>
          <p:cNvSpPr txBox="1"/>
          <p:nvPr/>
        </p:nvSpPr>
        <p:spPr>
          <a:xfrm>
            <a:off x="357250" y="4806164"/>
            <a:ext cx="2673331"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en-US" sz="600" b="0" i="0" u="none" strike="noStrike" cap="none">
                <a:solidFill>
                  <a:schemeClr val="dk1"/>
                </a:solidFill>
                <a:latin typeface="Arial"/>
                <a:ea typeface="Arial"/>
                <a:cs typeface="Arial"/>
                <a:sym typeface="Arial"/>
              </a:rPr>
              <a:t>CAL STATE LA </a:t>
            </a:r>
            <a:r>
              <a:rPr lang="en-US" sz="600" b="0" i="0" u="none" strike="noStrike" cap="none">
                <a:solidFill>
                  <a:srgbClr val="FCC90A"/>
                </a:solidFill>
                <a:latin typeface="Arial"/>
                <a:ea typeface="Arial"/>
                <a:cs typeface="Arial"/>
                <a:sym typeface="Arial"/>
              </a:rPr>
              <a:t> |   </a:t>
            </a:r>
            <a:r>
              <a:rPr lang="en-US" sz="600" b="0" i="0" u="none" strike="noStrike" cap="none">
                <a:solidFill>
                  <a:schemeClr val="dk1"/>
                </a:solidFill>
                <a:latin typeface="Arial"/>
                <a:ea typeface="Arial"/>
                <a:cs typeface="Arial"/>
                <a:sym typeface="Arial"/>
              </a:rPr>
              <a:t>Department of Computer Science</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1"/>
          <p:cNvSpPr txBox="1">
            <a:spLocks noGrp="1"/>
          </p:cNvSpPr>
          <p:nvPr>
            <p:ph type="subTitle" idx="1"/>
          </p:nvPr>
        </p:nvSpPr>
        <p:spPr>
          <a:xfrm>
            <a:off x="2103863" y="3465715"/>
            <a:ext cx="4906537" cy="1216814"/>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1"/>
              </a:buClr>
              <a:buSzPts val="1700"/>
              <a:buNone/>
            </a:pPr>
            <a:r>
              <a:rPr lang="en-US">
                <a:solidFill>
                  <a:schemeClr val="dk1"/>
                </a:solidFill>
              </a:rPr>
              <a:t>Final 5-minute presentation</a:t>
            </a:r>
            <a:endParaRPr/>
          </a:p>
          <a:p>
            <a:pPr marL="0" lvl="0" indent="0" algn="ctr" rtl="0">
              <a:lnSpc>
                <a:spcPct val="100000"/>
              </a:lnSpc>
              <a:spcBef>
                <a:spcPts val="340"/>
              </a:spcBef>
              <a:spcAft>
                <a:spcPts val="0"/>
              </a:spcAft>
              <a:buClr>
                <a:schemeClr val="dk1"/>
              </a:buClr>
              <a:buSzPts val="1700"/>
              <a:buNone/>
            </a:pPr>
            <a:r>
              <a:rPr lang="en-US">
                <a:solidFill>
                  <a:schemeClr val="dk1"/>
                </a:solidFill>
              </a:rPr>
              <a:t>Advisor: Navid Amini, PhD</a:t>
            </a:r>
            <a:endParaRPr/>
          </a:p>
          <a:p>
            <a:pPr marL="0" lvl="0" indent="0" algn="ctr" rtl="0">
              <a:lnSpc>
                <a:spcPct val="100000"/>
              </a:lnSpc>
              <a:spcBef>
                <a:spcPts val="340"/>
              </a:spcBef>
              <a:spcAft>
                <a:spcPts val="0"/>
              </a:spcAft>
              <a:buClr>
                <a:srgbClr val="4A4F55"/>
              </a:buClr>
              <a:buSzPts val="1700"/>
              <a:buNone/>
            </a:pPr>
            <a:endParaRPr/>
          </a:p>
          <a:p>
            <a:pPr marL="0" lvl="0" indent="0" algn="ctr" rtl="0">
              <a:lnSpc>
                <a:spcPct val="100000"/>
              </a:lnSpc>
              <a:spcBef>
                <a:spcPts val="340"/>
              </a:spcBef>
              <a:spcAft>
                <a:spcPts val="0"/>
              </a:spcAft>
              <a:buClr>
                <a:srgbClr val="4A4F55"/>
              </a:buClr>
              <a:buSzPts val="1700"/>
              <a:buNone/>
            </a:pPr>
            <a:r>
              <a:rPr lang="en-US"/>
              <a:t>Department of Computer Science</a:t>
            </a:r>
            <a:endParaRPr/>
          </a:p>
          <a:p>
            <a:pPr marL="0" lvl="0" indent="0" algn="ctr" rtl="0">
              <a:lnSpc>
                <a:spcPct val="100000"/>
              </a:lnSpc>
              <a:spcBef>
                <a:spcPts val="340"/>
              </a:spcBef>
              <a:spcAft>
                <a:spcPts val="0"/>
              </a:spcAft>
              <a:buClr>
                <a:srgbClr val="4A4F55"/>
              </a:buClr>
              <a:buSzPts val="1700"/>
              <a:buNone/>
            </a:pPr>
            <a:endParaRPr/>
          </a:p>
        </p:txBody>
      </p:sp>
      <p:sp>
        <p:nvSpPr>
          <p:cNvPr id="187" name="Google Shape;187;p21"/>
          <p:cNvSpPr txBox="1"/>
          <p:nvPr/>
        </p:nvSpPr>
        <p:spPr>
          <a:xfrm>
            <a:off x="0" y="2112255"/>
            <a:ext cx="9144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dirty="0">
                <a:solidFill>
                  <a:schemeClr val="dk1"/>
                </a:solidFill>
              </a:rPr>
              <a:t>Early Detection of Diabetic Retinopathy</a:t>
            </a:r>
            <a:endParaRPr sz="3600" dirty="0">
              <a:solidFill>
                <a:schemeClr val="dk1"/>
              </a:solidFill>
            </a:endParaRPr>
          </a:p>
        </p:txBody>
      </p:sp>
      <p:sp>
        <p:nvSpPr>
          <p:cNvPr id="4" name="TextBox 3">
            <a:extLst>
              <a:ext uri="{FF2B5EF4-FFF2-40B4-BE49-F238E27FC236}">
                <a16:creationId xmlns:a16="http://schemas.microsoft.com/office/drawing/2014/main" id="{EF837E60-3D38-F4EB-DDD8-AB78CC76A965}"/>
              </a:ext>
            </a:extLst>
          </p:cNvPr>
          <p:cNvSpPr txBox="1"/>
          <p:nvPr/>
        </p:nvSpPr>
        <p:spPr>
          <a:xfrm>
            <a:off x="8801100" y="4792436"/>
            <a:ext cx="342900" cy="261610"/>
          </a:xfrm>
          <a:prstGeom prst="rect">
            <a:avLst/>
          </a:prstGeom>
          <a:noFill/>
        </p:spPr>
        <p:txBody>
          <a:bodyPr wrap="square" rtlCol="0">
            <a:spAutoFit/>
          </a:bodyPr>
          <a:lstStyle/>
          <a:p>
            <a:r>
              <a:rPr lang="en-US" sz="1100" dirty="0"/>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r>
              <a:rPr lang="en-US" dirty="0">
                <a:solidFill>
                  <a:srgbClr val="121212"/>
                </a:solidFill>
              </a:rPr>
              <a:t>About Diabetic Retinopathy</a:t>
            </a:r>
            <a:endParaRPr sz="2200" b="1" dirty="0">
              <a:solidFill>
                <a:srgbClr val="121212"/>
              </a:solidFill>
              <a:latin typeface="Arial"/>
            </a:endParaRPr>
          </a:p>
        </p:txBody>
      </p:sp>
      <p:sp>
        <p:nvSpPr>
          <p:cNvPr id="3" name="TextBox 2"/>
          <p:cNvSpPr txBox="1"/>
          <p:nvPr/>
        </p:nvSpPr>
        <p:spPr>
          <a:xfrm>
            <a:off x="566928" y="960120"/>
            <a:ext cx="4937760" cy="256032"/>
          </a:xfrm>
          <a:prstGeom prst="rect">
            <a:avLst/>
          </a:prstGeom>
          <a:noFill/>
        </p:spPr>
        <p:txBody>
          <a:bodyPr wrap="square" lIns="27432" tIns="18288" rIns="27432" bIns="18288" anchor="t">
            <a:spAutoFit/>
          </a:bodyPr>
          <a:lstStyle/>
          <a:p>
            <a:pPr algn="l"/>
            <a:r>
              <a:rPr sz="1480" b="1" i="0">
                <a:solidFill>
                  <a:srgbClr val="121212"/>
                </a:solidFill>
                <a:latin typeface="Arial"/>
              </a:rPr>
              <a:t>The clinical burden is growing</a:t>
            </a:r>
          </a:p>
        </p:txBody>
      </p:sp>
      <p:sp>
        <p:nvSpPr>
          <p:cNvPr id="4" name="TextBox 3"/>
          <p:cNvSpPr txBox="1"/>
          <p:nvPr/>
        </p:nvSpPr>
        <p:spPr>
          <a:xfrm>
            <a:off x="566928" y="1243584"/>
            <a:ext cx="2903928" cy="553998"/>
          </a:xfrm>
          <a:prstGeom prst="rect">
            <a:avLst/>
          </a:prstGeom>
          <a:noFill/>
        </p:spPr>
        <p:txBody>
          <a:bodyPr wrap="square" lIns="27432" tIns="18288" rIns="27432" bIns="18288" anchor="t">
            <a:spAutoFit/>
          </a:bodyPr>
          <a:lstStyle/>
          <a:p>
            <a:pPr algn="l"/>
            <a:r>
              <a:rPr sz="1120" b="0" i="0" dirty="0">
                <a:solidFill>
                  <a:srgbClr val="121212"/>
                </a:solidFill>
                <a:latin typeface="Arial"/>
              </a:rPr>
              <a:t>Diabetes has expanded rapidly worldwide, increasing the number of people who need retinal screening for diabetic retinopathy.</a:t>
            </a:r>
          </a:p>
        </p:txBody>
      </p:sp>
      <p:sp>
        <p:nvSpPr>
          <p:cNvPr id="5" name="Rounded Rectangle 4"/>
          <p:cNvSpPr/>
          <p:nvPr/>
        </p:nvSpPr>
        <p:spPr>
          <a:xfrm>
            <a:off x="6916535" y="786384"/>
            <a:ext cx="1764792" cy="968308"/>
          </a:xfrm>
          <a:prstGeom prst="roundRect">
            <a:avLst/>
          </a:prstGeom>
          <a:solidFill>
            <a:srgbClr val="FFFFFF"/>
          </a:solidFill>
          <a:ln w="9525">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097096" y="841818"/>
            <a:ext cx="73152" cy="914400"/>
          </a:xfrm>
          <a:prstGeom prst="rect">
            <a:avLst/>
          </a:prstGeom>
          <a:solidFill>
            <a:srgbClr val="00634A"/>
          </a:solidFill>
          <a:ln>
            <a:solidFill>
              <a:srgbClr val="006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223760" y="854408"/>
            <a:ext cx="1371600" cy="329184"/>
          </a:xfrm>
          <a:prstGeom prst="rect">
            <a:avLst/>
          </a:prstGeom>
          <a:noFill/>
        </p:spPr>
        <p:txBody>
          <a:bodyPr wrap="square" lIns="27432" tIns="18288" rIns="27432" bIns="18288" anchor="t">
            <a:spAutoFit/>
          </a:bodyPr>
          <a:lstStyle/>
          <a:p>
            <a:pPr algn="l"/>
            <a:r>
              <a:rPr sz="2300" b="1" i="0" dirty="0">
                <a:solidFill>
                  <a:srgbClr val="00634A"/>
                </a:solidFill>
                <a:latin typeface="Arial"/>
              </a:rPr>
              <a:t>151M</a:t>
            </a:r>
          </a:p>
        </p:txBody>
      </p:sp>
      <p:sp>
        <p:nvSpPr>
          <p:cNvPr id="8" name="TextBox 7"/>
          <p:cNvSpPr txBox="1"/>
          <p:nvPr/>
        </p:nvSpPr>
        <p:spPr>
          <a:xfrm>
            <a:off x="7236575" y="1204151"/>
            <a:ext cx="1371600" cy="402335"/>
          </a:xfrm>
          <a:prstGeom prst="rect">
            <a:avLst/>
          </a:prstGeom>
          <a:noFill/>
        </p:spPr>
        <p:txBody>
          <a:bodyPr wrap="square" lIns="27432" tIns="18288" rIns="27432" bIns="18288" anchor="t">
            <a:spAutoFit/>
          </a:bodyPr>
          <a:lstStyle/>
          <a:p>
            <a:pPr algn="l"/>
            <a:r>
              <a:rPr sz="1050" b="0" i="0" dirty="0">
                <a:solidFill>
                  <a:srgbClr val="121212"/>
                </a:solidFill>
                <a:latin typeface="Arial"/>
              </a:rPr>
              <a:t>adults living with diabetes
in 2000</a:t>
            </a:r>
          </a:p>
        </p:txBody>
      </p:sp>
      <p:sp>
        <p:nvSpPr>
          <p:cNvPr id="9" name="Rounded Rectangle 8"/>
          <p:cNvSpPr/>
          <p:nvPr/>
        </p:nvSpPr>
        <p:spPr>
          <a:xfrm>
            <a:off x="6916535" y="2024253"/>
            <a:ext cx="1764792" cy="962406"/>
          </a:xfrm>
          <a:prstGeom prst="roundRect">
            <a:avLst/>
          </a:prstGeom>
          <a:solidFill>
            <a:srgbClr val="FFFFFF"/>
          </a:solidFill>
          <a:ln w="9525">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097096" y="2075688"/>
            <a:ext cx="73152" cy="914400"/>
          </a:xfrm>
          <a:prstGeom prst="rect">
            <a:avLst/>
          </a:prstGeom>
          <a:solidFill>
            <a:srgbClr val="00634A"/>
          </a:solidFill>
          <a:ln>
            <a:solidFill>
              <a:srgbClr val="006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36575" y="2065972"/>
            <a:ext cx="1371600" cy="329184"/>
          </a:xfrm>
          <a:prstGeom prst="rect">
            <a:avLst/>
          </a:prstGeom>
          <a:noFill/>
        </p:spPr>
        <p:txBody>
          <a:bodyPr wrap="square" lIns="27432" tIns="18288" rIns="27432" bIns="18288" anchor="t">
            <a:spAutoFit/>
          </a:bodyPr>
          <a:lstStyle/>
          <a:p>
            <a:pPr algn="l"/>
            <a:r>
              <a:rPr sz="2300" b="1" i="0" dirty="0">
                <a:solidFill>
                  <a:srgbClr val="00634A"/>
                </a:solidFill>
                <a:latin typeface="Arial"/>
              </a:rPr>
              <a:t>589M</a:t>
            </a:r>
          </a:p>
        </p:txBody>
      </p:sp>
      <p:sp>
        <p:nvSpPr>
          <p:cNvPr id="12" name="TextBox 11"/>
          <p:cNvSpPr txBox="1"/>
          <p:nvPr/>
        </p:nvSpPr>
        <p:spPr>
          <a:xfrm>
            <a:off x="7236575" y="2396488"/>
            <a:ext cx="1371600" cy="402335"/>
          </a:xfrm>
          <a:prstGeom prst="rect">
            <a:avLst/>
          </a:prstGeom>
          <a:noFill/>
        </p:spPr>
        <p:txBody>
          <a:bodyPr wrap="square" lIns="27432" tIns="18288" rIns="27432" bIns="18288" anchor="t">
            <a:spAutoFit/>
          </a:bodyPr>
          <a:lstStyle/>
          <a:p>
            <a:pPr algn="l"/>
            <a:r>
              <a:rPr sz="1050" b="0" i="0" dirty="0">
                <a:solidFill>
                  <a:srgbClr val="121212"/>
                </a:solidFill>
                <a:latin typeface="Arial"/>
              </a:rPr>
              <a:t>adults living with diabetes
in 2024</a:t>
            </a:r>
          </a:p>
        </p:txBody>
      </p:sp>
      <p:sp>
        <p:nvSpPr>
          <p:cNvPr id="13" name="Rounded Rectangle 12"/>
          <p:cNvSpPr/>
          <p:nvPr/>
        </p:nvSpPr>
        <p:spPr>
          <a:xfrm>
            <a:off x="6922008" y="3168634"/>
            <a:ext cx="1759319" cy="1043079"/>
          </a:xfrm>
          <a:prstGeom prst="roundRect">
            <a:avLst/>
          </a:prstGeom>
          <a:solidFill>
            <a:srgbClr val="FFFFFF"/>
          </a:solidFill>
          <a:ln w="9525">
            <a:solidFill>
              <a:srgbClr val="CDD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097096" y="3297313"/>
            <a:ext cx="73152" cy="914400"/>
          </a:xfrm>
          <a:prstGeom prst="rect">
            <a:avLst/>
          </a:prstGeom>
          <a:solidFill>
            <a:srgbClr val="FFCD00"/>
          </a:solidFill>
          <a:ln>
            <a:solidFill>
              <a:srgbClr val="FFC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36575" y="3254694"/>
            <a:ext cx="1444752" cy="329184"/>
          </a:xfrm>
          <a:prstGeom prst="rect">
            <a:avLst/>
          </a:prstGeom>
          <a:noFill/>
        </p:spPr>
        <p:txBody>
          <a:bodyPr wrap="square" lIns="27432" tIns="18288" rIns="27432" bIns="18288" anchor="t">
            <a:spAutoFit/>
          </a:bodyPr>
          <a:lstStyle/>
          <a:p>
            <a:pPr algn="l"/>
            <a:r>
              <a:rPr sz="2300" b="1" i="0" dirty="0">
                <a:solidFill>
                  <a:srgbClr val="FFCD00"/>
                </a:solidFill>
                <a:latin typeface="Arial"/>
              </a:rPr>
              <a:t>+290%</a:t>
            </a:r>
          </a:p>
        </p:txBody>
      </p:sp>
      <p:sp>
        <p:nvSpPr>
          <p:cNvPr id="16" name="TextBox 15"/>
          <p:cNvSpPr txBox="1"/>
          <p:nvPr/>
        </p:nvSpPr>
        <p:spPr>
          <a:xfrm>
            <a:off x="7236316" y="3661392"/>
            <a:ext cx="1346487" cy="360099"/>
          </a:xfrm>
          <a:prstGeom prst="rect">
            <a:avLst/>
          </a:prstGeom>
          <a:noFill/>
        </p:spPr>
        <p:txBody>
          <a:bodyPr wrap="square" lIns="27432" tIns="18288" rIns="27432" bIns="18288" anchor="t">
            <a:spAutoFit/>
          </a:bodyPr>
          <a:lstStyle/>
          <a:p>
            <a:pPr algn="l"/>
            <a:r>
              <a:rPr sz="1050" b="0" i="0" dirty="0">
                <a:solidFill>
                  <a:srgbClr val="121212"/>
                </a:solidFill>
                <a:latin typeface="Arial"/>
              </a:rPr>
              <a:t>observed increase in
screening population</a:t>
            </a:r>
          </a:p>
        </p:txBody>
      </p:sp>
      <p:pic>
        <p:nvPicPr>
          <p:cNvPr id="17" name="Picture 16" descr="diabetes_growth_chart.png"/>
          <p:cNvPicPr>
            <a:picLocks noChangeAspect="1"/>
          </p:cNvPicPr>
          <p:nvPr/>
        </p:nvPicPr>
        <p:blipFill>
          <a:blip r:embed="rId2"/>
          <a:stretch>
            <a:fillRect/>
          </a:stretch>
        </p:blipFill>
        <p:spPr>
          <a:xfrm>
            <a:off x="528113" y="2361462"/>
            <a:ext cx="5331355" cy="2253949"/>
          </a:xfrm>
          <a:prstGeom prst="rect">
            <a:avLst/>
          </a:prstGeom>
        </p:spPr>
      </p:pic>
      <p:sp>
        <p:nvSpPr>
          <p:cNvPr id="18" name="TextBox 17"/>
          <p:cNvSpPr txBox="1"/>
          <p:nvPr/>
        </p:nvSpPr>
        <p:spPr>
          <a:xfrm>
            <a:off x="3743567" y="989267"/>
            <a:ext cx="2286000" cy="228600"/>
          </a:xfrm>
          <a:prstGeom prst="rect">
            <a:avLst/>
          </a:prstGeom>
          <a:noFill/>
        </p:spPr>
        <p:txBody>
          <a:bodyPr wrap="square" lIns="27432" tIns="18288" rIns="27432" bIns="18288" anchor="t">
            <a:spAutoFit/>
          </a:bodyPr>
          <a:lstStyle/>
          <a:p>
            <a:pPr algn="l"/>
            <a:r>
              <a:rPr sz="1300" b="1" i="0" dirty="0">
                <a:solidFill>
                  <a:srgbClr val="3D5F84"/>
                </a:solidFill>
                <a:latin typeface="Arial"/>
              </a:rPr>
              <a:t>Observed growth over time</a:t>
            </a:r>
          </a:p>
        </p:txBody>
      </p:sp>
      <p:sp>
        <p:nvSpPr>
          <p:cNvPr id="19" name="TextBox 18"/>
          <p:cNvSpPr txBox="1"/>
          <p:nvPr/>
        </p:nvSpPr>
        <p:spPr>
          <a:xfrm>
            <a:off x="3743567" y="1243584"/>
            <a:ext cx="2240280" cy="731520"/>
          </a:xfrm>
          <a:prstGeom prst="rect">
            <a:avLst/>
          </a:prstGeom>
          <a:noFill/>
        </p:spPr>
        <p:txBody>
          <a:bodyPr wrap="square" lIns="27432" tIns="18288" rIns="27432" bIns="18288" anchor="t">
            <a:spAutoFit/>
          </a:bodyPr>
          <a:lstStyle/>
          <a:p>
            <a:pPr algn="l"/>
            <a:r>
              <a:rPr sz="1100" b="0" i="0" dirty="0">
                <a:solidFill>
                  <a:srgbClr val="121212"/>
                </a:solidFill>
                <a:latin typeface="Arial"/>
              </a:rPr>
              <a:t>More patients means more fundus images to grade - and more pressure for fast triage.</a:t>
            </a:r>
          </a:p>
        </p:txBody>
      </p:sp>
      <p:sp>
        <p:nvSpPr>
          <p:cNvPr id="21" name="TextBox 20">
            <a:extLst>
              <a:ext uri="{FF2B5EF4-FFF2-40B4-BE49-F238E27FC236}">
                <a16:creationId xmlns:a16="http://schemas.microsoft.com/office/drawing/2014/main" id="{130AF627-36D3-95EE-AFDE-3CCF0DD2912C}"/>
              </a:ext>
            </a:extLst>
          </p:cNvPr>
          <p:cNvSpPr txBox="1"/>
          <p:nvPr/>
        </p:nvSpPr>
        <p:spPr>
          <a:xfrm>
            <a:off x="8801100" y="4792436"/>
            <a:ext cx="342900" cy="261610"/>
          </a:xfrm>
          <a:prstGeom prst="rect">
            <a:avLst/>
          </a:prstGeom>
          <a:noFill/>
        </p:spPr>
        <p:txBody>
          <a:bodyPr wrap="square" rtlCol="0">
            <a:spAutoFit/>
          </a:bodyPr>
          <a:lstStyle/>
          <a:p>
            <a:r>
              <a:rPr lang="en-US" sz="1100"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Why Screening Needs Help</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The clinical pathway breaks down before an image is graded</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3</a:t>
            </a:r>
          </a:p>
        </p:txBody>
      </p:sp>
      <p:sp>
        <p:nvSpPr>
          <p:cNvPr id="201" name="Bullets"/>
          <p:cNvSpPr/>
          <p:nvPr/>
        </p:nvSpPr>
        <p:spPr>
          <a:xfrm>
            <a:off x="502920" y="1280160"/>
            <a:ext cx="8138160" cy="292608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500" b="1">
                <a:solidFill>
                  <a:srgbClr val="121212"/>
                </a:solidFill>
                <a:latin typeface="Arial"/>
              </a:rPr>
              <a:t>• Coverage gap: </a:t>
            </a:r>
            <a:r>
              <a:rPr sz="1400" b="0">
                <a:solidFill>
                  <a:srgbClr val="3a3a3a"/>
                </a:solidFill>
                <a:latin typeface="Arial"/>
              </a:rPr>
              <a:t>about 60% of people with diabetes do not get an annual eye exam</a:t>
            </a:r>
          </a:p>
          <a:p>
            <a:pPr algn="l">
              <a:spcAft>
                <a:spcPts val="900"/>
              </a:spcAft>
            </a:pPr>
            <a:r>
              <a:rPr sz="1500" b="1">
                <a:solidFill>
                  <a:srgbClr val="121212"/>
                </a:solidFill>
                <a:latin typeface="Arial"/>
              </a:rPr>
              <a:t>• Capacity gap: </a:t>
            </a:r>
            <a:r>
              <a:rPr sz="1400" b="0">
                <a:solidFill>
                  <a:srgbClr val="3a3a3a"/>
                </a:solidFill>
                <a:latin typeface="Arial"/>
              </a:rPr>
              <a:t>more images need more grading time and specialist review</a:t>
            </a:r>
          </a:p>
          <a:p>
            <a:pPr algn="l">
              <a:spcAft>
                <a:spcPts val="900"/>
              </a:spcAft>
            </a:pPr>
            <a:r>
              <a:rPr sz="1500" b="1">
                <a:solidFill>
                  <a:srgbClr val="121212"/>
                </a:solidFill>
                <a:latin typeface="Arial"/>
              </a:rPr>
              <a:t>• Safety gap: </a:t>
            </a:r>
            <a:r>
              <a:rPr sz="1400" b="0">
                <a:solidFill>
                  <a:srgbClr val="3a3a3a"/>
                </a:solidFill>
                <a:latin typeface="Arial"/>
              </a:rPr>
              <a:t>early disease has no symptoms, so late detection lets preventable vision loss progress</a:t>
            </a:r>
          </a:p>
          <a:p>
            <a:pPr algn="l">
              <a:spcAft>
                <a:spcPts val="900"/>
              </a:spcAft>
            </a:pPr>
            <a:r>
              <a:rPr sz="1500" b="1">
                <a:solidFill>
                  <a:srgbClr val="121212"/>
                </a:solidFill>
                <a:latin typeface="Arial"/>
              </a:rPr>
              <a:t>• The need: </a:t>
            </a:r>
            <a:r>
              <a:rPr sz="1400" b="0">
                <a:solidFill>
                  <a:srgbClr val="3a3a3a"/>
                </a:solidFill>
                <a:latin typeface="Arial"/>
              </a:rPr>
              <a:t>rapid, consistent triage right after the fundus image is captured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Early DR: Where AI Can Help Most</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Grades 1-2, before symptoms appear</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4</a:t>
            </a:r>
          </a:p>
        </p:txBody>
      </p:sp>
      <p:sp>
        <p:nvSpPr>
          <p:cNvPr id="201" name="Bullets"/>
          <p:cNvSpPr/>
          <p:nvPr/>
        </p:nvSpPr>
        <p:spPr>
          <a:xfrm>
            <a:off x="502920" y="1280160"/>
            <a:ext cx="8138160" cy="292608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500" b="1">
                <a:solidFill>
                  <a:srgbClr val="121212"/>
                </a:solidFill>
                <a:latin typeface="Arial"/>
              </a:rPr>
              <a:t>• Silent stage: </a:t>
            </a:r>
            <a:r>
              <a:rPr sz="1400" b="0">
                <a:solidFill>
                  <a:srgbClr val="3a3a3a"/>
                </a:solidFill>
                <a:latin typeface="Arial"/>
              </a:rPr>
              <a:t>grades 1-2 cause no symptoms, so patients rarely seek care until later</a:t>
            </a:r>
          </a:p>
          <a:p>
            <a:pPr algn="l">
              <a:spcAft>
                <a:spcPts val="900"/>
              </a:spcAft>
            </a:pPr>
            <a:r>
              <a:rPr sz="1500" b="1">
                <a:solidFill>
                  <a:srgbClr val="121212"/>
                </a:solidFill>
                <a:latin typeface="Arial"/>
              </a:rPr>
              <a:t>• Under-studied target: </a:t>
            </a:r>
            <a:r>
              <a:rPr sz="1400" b="0">
                <a:solidFill>
                  <a:srgbClr val="3a3a3a"/>
                </a:solidFill>
                <a:latin typeface="Arial"/>
              </a:rPr>
              <a:t>much well-known work, such as Gulshan et al. (2016), targets referable DR (moderate or worse)</a:t>
            </a:r>
          </a:p>
          <a:p>
            <a:pPr algn="l">
              <a:spcAft>
                <a:spcPts val="900"/>
              </a:spcAft>
            </a:pPr>
            <a:r>
              <a:rPr sz="1500" b="1">
                <a:solidFill>
                  <a:srgbClr val="121212"/>
                </a:solidFill>
                <a:latin typeface="Arial"/>
              </a:rPr>
              <a:t>• A gap in the evidence: </a:t>
            </a:r>
            <a:r>
              <a:rPr sz="1400" b="0">
                <a:solidFill>
                  <a:srgbClr val="3a3a3a"/>
                </a:solidFill>
                <a:latin typeface="Arial"/>
              </a:rPr>
              <a:t>I found no study reporting early-DR sensitivity at a pre-set specificity</a:t>
            </a:r>
          </a:p>
          <a:p>
            <a:pPr algn="l">
              <a:spcAft>
                <a:spcPts val="900"/>
              </a:spcAft>
            </a:pPr>
            <a:r>
              <a:rPr sz="1500" b="1">
                <a:solidFill>
                  <a:srgbClr val="121212"/>
                </a:solidFill>
                <a:latin typeface="Arial"/>
              </a:rPr>
              <a:t>• The tool: </a:t>
            </a:r>
            <a:r>
              <a:rPr sz="1400" b="0">
                <a:solidFill>
                  <a:srgbClr val="3a3a3a"/>
                </a:solidFill>
                <a:latin typeface="Arial"/>
              </a:rPr>
              <a:t>a triage aid, not a replacement: a calibrated early-DR probability so the ophthalmologist sees high-risk images first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The Gap: Merged Datasets Are Not Tested</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Why this project is needed</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5</a:t>
            </a:r>
          </a:p>
        </p:txBody>
      </p:sp>
      <p:sp>
        <p:nvSpPr>
          <p:cNvPr id="201" name="Bullets"/>
          <p:cNvSpPr/>
          <p:nvPr/>
        </p:nvSpPr>
        <p:spPr>
          <a:xfrm>
            <a:off x="502920" y="1280160"/>
            <a:ext cx="8138160" cy="292608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400" b="1">
                <a:solidFill>
                  <a:srgbClr val="121212"/>
                </a:solidFill>
                <a:latin typeface="Arial"/>
              </a:rPr>
              <a:t>• Pooling is common: </a:t>
            </a:r>
            <a:r>
              <a:rPr sz="1300" b="0">
                <a:solidFill>
                  <a:srgbClr val="3a3a3a"/>
                </a:solidFill>
                <a:latin typeface="Arial"/>
              </a:rPr>
              <a:t>public datasets (DDR, EyePACS, APTOS) are combined to get more training data</a:t>
            </a:r>
          </a:p>
          <a:p>
            <a:pPr algn="l">
              <a:spcAft>
                <a:spcPts val="900"/>
              </a:spcAft>
            </a:pPr>
            <a:r>
              <a:rPr sz="1400" b="1">
                <a:solidFill>
                  <a:srgbClr val="121212"/>
                </a:solidFill>
                <a:latin typeface="Arial"/>
              </a:rPr>
              <a:t>• An untested assumption: </a:t>
            </a:r>
            <a:r>
              <a:rPr sz="1300" b="0">
                <a:solidFill>
                  <a:srgbClr val="3a3a3a"/>
                </a:solidFill>
                <a:latin typeface="Arial"/>
              </a:rPr>
              <a:t>a 2025 review notes that multi-dataset training can mask poor external generalization</a:t>
            </a:r>
          </a:p>
          <a:p>
            <a:pPr algn="l">
              <a:spcAft>
                <a:spcPts val="900"/>
              </a:spcAft>
            </a:pPr>
            <a:r>
              <a:rPr sz="1400" b="1">
                <a:solidFill>
                  <a:srgbClr val="121212"/>
                </a:solidFill>
                <a:latin typeface="Arial"/>
              </a:rPr>
              <a:t>• Not found: </a:t>
            </a:r>
            <a:r>
              <a:rPr sz="1300" b="0">
                <a:solidFill>
                  <a:srgbClr val="3a3a3a"/>
                </a:solidFill>
                <a:latin typeface="Arial"/>
              </a:rPr>
              <a:t>a study testing whether a merged model learns the disease or the source dataset</a:t>
            </a:r>
          </a:p>
          <a:p>
            <a:pPr algn="l">
              <a:spcAft>
                <a:spcPts val="900"/>
              </a:spcAft>
            </a:pPr>
            <a:r>
              <a:rPr sz="1400" b="1">
                <a:solidFill>
                  <a:srgbClr val="121212"/>
                </a:solidFill>
                <a:latin typeface="Arial"/>
              </a:rPr>
              <a:t>• Hidden failures: </a:t>
            </a:r>
            <a:r>
              <a:rPr sz="1300" b="0">
                <a:solidFill>
                  <a:srgbClr val="3a3a3a"/>
                </a:solidFill>
                <a:latin typeface="Arial"/>
              </a:rPr>
              <a:t>in-domain accuracy or AUROC can look excellent while a model over-flags, uses camera cues or misses its target at a new site</a:t>
            </a:r>
          </a:p>
          <a:p>
            <a:pPr algn="l">
              <a:spcAft>
                <a:spcPts val="900"/>
              </a:spcAft>
            </a:pPr>
            <a:r>
              <a:rPr sz="1400" b="1">
                <a:solidFill>
                  <a:srgbClr val="121212"/>
                </a:solidFill>
                <a:latin typeface="Arial"/>
              </a:rPr>
              <a:t>• Why it matters: </a:t>
            </a:r>
            <a:r>
              <a:rPr sz="1300" b="0">
                <a:solidFill>
                  <a:srgbClr val="3a3a3a"/>
                </a:solidFill>
                <a:latin typeface="Arial"/>
              </a:rPr>
              <a:t>an over-flagging tool overloads graders; an under-flagging one misses early disease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Research Question</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What this project asks, and why it matters</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6</a:t>
            </a:r>
          </a:p>
        </p:txBody>
      </p:sp>
      <p:sp>
        <p:nvSpPr>
          <p:cNvPr id="201" name="Bullets"/>
          <p:cNvSpPr/>
          <p:nvPr/>
        </p:nvSpPr>
        <p:spPr>
          <a:xfrm>
            <a:off x="502920" y="1280160"/>
            <a:ext cx="8138160" cy="297180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400" b="1">
                <a:solidFill>
                  <a:srgbClr val="121212"/>
                </a:solidFill>
                <a:latin typeface="Arial"/>
              </a:rPr>
              <a:t>• Main question: </a:t>
            </a:r>
            <a:r>
              <a:rPr sz="1300" b="0">
                <a:solidFill>
                  <a:srgbClr val="3a3a3a"/>
                </a:solidFill>
                <a:latin typeface="Arial"/>
              </a:rPr>
              <a:t>when datasets are merged for early-DR detection, does the model learn the disease or the source? Why: merging is common, yet I found no study testing it</a:t>
            </a:r>
          </a:p>
          <a:p>
            <a:pPr algn="l">
              <a:spcAft>
                <a:spcPts val="900"/>
              </a:spcAft>
            </a:pPr>
            <a:r>
              <a:rPr sz="1400" b="1">
                <a:solidFill>
                  <a:srgbClr val="121212"/>
                </a:solidFill>
                <a:latin typeface="Arial"/>
              </a:rPr>
              <a:t>• RQ1 (the merge): </a:t>
            </a:r>
            <a:r>
              <a:rPr sz="1300" b="0">
                <a:solidFill>
                  <a:srgbClr val="3a3a3a"/>
                </a:solidFill>
                <a:latin typeface="Arial"/>
              </a:rPr>
              <a:t>does adding EyePACS to DDR improve early-DR sensitivity on unseen sources? Why: more data is assumed to help; a negative-control merge tests it</a:t>
            </a:r>
          </a:p>
          <a:p>
            <a:pPr algn="l">
              <a:spcAft>
                <a:spcPts val="900"/>
              </a:spcAft>
            </a:pPr>
            <a:r>
              <a:rPr sz="1400" b="1">
                <a:solidFill>
                  <a:srgbClr val="121212"/>
                </a:solidFill>
                <a:latin typeface="Arial"/>
              </a:rPr>
              <a:t>• RQ2 (the threshold): </a:t>
            </a:r>
            <a:r>
              <a:rPr sz="1300" b="0">
                <a:solidFill>
                  <a:srgbClr val="3a3a3a"/>
                </a:solidFill>
                <a:latin typeface="Arial"/>
              </a:rPr>
              <a:t>does a threshold frozen on validation survive a change of source? Why: AUROC can hide over-flagging, which overloads graders, or missed early cases</a:t>
            </a:r>
          </a:p>
          <a:p>
            <a:pPr algn="l">
              <a:spcAft>
                <a:spcPts val="900"/>
              </a:spcAft>
            </a:pPr>
            <a:r>
              <a:rPr sz="1400" b="1">
                <a:solidFill>
                  <a:srgbClr val="121212"/>
                </a:solidFill>
                <a:latin typeface="Arial"/>
              </a:rPr>
              <a:t>• RQ3 (shortcuts): </a:t>
            </a:r>
            <a:r>
              <a:rPr sz="1300" b="0">
                <a:solidFill>
                  <a:srgbClr val="3a3a3a"/>
                </a:solidFill>
                <a:latin typeface="Arial"/>
              </a:rPr>
              <a:t>does image size or another capture cue predict the label? Why: a model could be rewarded for the camera instead of the disease</a:t>
            </a:r>
          </a:p>
        </p:txBody>
      </p:sp>
      <p:sp>
        <p:nvSpPr>
          <p:cNvPr id="202" name="Banner"/>
          <p:cNvSpPr/>
          <p:nvPr/>
        </p:nvSpPr>
        <p:spPr>
          <a:xfrm>
            <a:off x="502920" y="4315968"/>
            <a:ext cx="8138160" cy="365760"/>
          </a:xfrm>
          <a:prstGeom prst="roundRect">
            <a:avLst/>
          </a:prstGeom>
          <a:solidFill>
            <a:srgbClr val="F2F5F8"/>
          </a:solidFill>
          <a:ln w="9525">
            <a:solidFill>
              <a:srgbClr val="CDD2D7"/>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00" b="1">
                <a:solidFill>
                  <a:srgbClr val="121212"/>
                </a:solidFill>
                <a:latin typeface="Arial"/>
              </a:rPr>
              <a:t>The contribution is a protocol to test DR models before trusting them, not a new network.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Relevant Works</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Data and methods this project builds on</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7</a:t>
            </a:r>
          </a:p>
        </p:txBody>
      </p:sp>
      <p:sp>
        <p:nvSpPr>
          <p:cNvPr id="201" name="Bullets"/>
          <p:cNvSpPr/>
          <p:nvPr/>
        </p:nvSpPr>
        <p:spPr>
          <a:xfrm>
            <a:off x="502920" y="1280160"/>
            <a:ext cx="8138160" cy="297180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400" b="1">
                <a:solidFill>
                  <a:srgbClr val="121212"/>
                </a:solidFill>
                <a:latin typeface="Arial"/>
              </a:rPr>
              <a:t>• Gulshan et al. (2016): </a:t>
            </a:r>
            <a:r>
              <a:rPr sz="1300" b="0">
                <a:solidFill>
                  <a:srgbClr val="3a3a3a"/>
                </a:solidFill>
                <a:latin typeface="Arial"/>
              </a:rPr>
              <a:t>deep learning for referable DR; this project targets early DR</a:t>
            </a:r>
          </a:p>
          <a:p>
            <a:pPr algn="l">
              <a:spcAft>
                <a:spcPts val="900"/>
              </a:spcAft>
            </a:pPr>
            <a:r>
              <a:rPr sz="1400" b="1">
                <a:solidFill>
                  <a:srgbClr val="121212"/>
                </a:solidFill>
                <a:latin typeface="Arial"/>
              </a:rPr>
              <a:t>• DDR (Li et al., 2019), EyePACS (Kaggle, 2015), APTOS 2019: </a:t>
            </a:r>
            <a:r>
              <a:rPr sz="1300" b="0">
                <a:solidFill>
                  <a:srgbClr val="3a3a3a"/>
                </a:solidFill>
                <a:latin typeface="Arial"/>
              </a:rPr>
              <a:t>my three data sources, used for training, held-out and external testing</a:t>
            </a:r>
          </a:p>
          <a:p>
            <a:pPr algn="l">
              <a:spcAft>
                <a:spcPts val="900"/>
              </a:spcAft>
            </a:pPr>
            <a:r>
              <a:rPr sz="1400" b="1">
                <a:solidFill>
                  <a:srgbClr val="121212"/>
                </a:solidFill>
                <a:latin typeface="Arial"/>
              </a:rPr>
              <a:t>• Guo et al. (2017): </a:t>
            </a:r>
            <a:r>
              <a:rPr sz="1300" b="0">
                <a:solidFill>
                  <a:srgbClr val="3a3a3a"/>
                </a:solidFill>
                <a:latin typeface="Arial"/>
              </a:rPr>
              <a:t>temperature scaling, used for calibrated probabilities</a:t>
            </a:r>
          </a:p>
          <a:p>
            <a:pPr algn="l">
              <a:spcAft>
                <a:spcPts val="900"/>
              </a:spcAft>
            </a:pPr>
            <a:r>
              <a:rPr sz="1400" b="1">
                <a:solidFill>
                  <a:srgbClr val="121212"/>
                </a:solidFill>
                <a:latin typeface="Arial"/>
              </a:rPr>
              <a:t>• Recent review (arXiv, 2025): </a:t>
            </a:r>
            <a:r>
              <a:rPr sz="1300" b="0">
                <a:solidFill>
                  <a:srgbClr val="3a3a3a"/>
                </a:solidFill>
                <a:latin typeface="Arial"/>
              </a:rPr>
              <a:t>describes cross-dataset degradation and the need for external test sets</a:t>
            </a:r>
          </a:p>
          <a:p>
            <a:pPr algn="l">
              <a:spcAft>
                <a:spcPts val="900"/>
              </a:spcAft>
            </a:pPr>
            <a:r>
              <a:rPr sz="1400" b="1">
                <a:solidFill>
                  <a:srgbClr val="121212"/>
                </a:solidFill>
                <a:latin typeface="Arial"/>
              </a:rPr>
              <a:t>• Cross-camera validation (2022): </a:t>
            </a:r>
            <a:r>
              <a:rPr sz="1300" b="0">
                <a:solidFill>
                  <a:srgbClr val="3a3a3a"/>
                </a:solidFill>
                <a:latin typeface="Arial"/>
              </a:rPr>
              <a:t>one DR software tested across camera models, for referable DR only</a:t>
            </a:r>
          </a:p>
        </p:txBody>
      </p:sp>
      <p:sp>
        <p:nvSpPr>
          <p:cNvPr id="202" name="Banner"/>
          <p:cNvSpPr/>
          <p:nvPr/>
        </p:nvSpPr>
        <p:spPr>
          <a:xfrm>
            <a:off x="502920" y="4315968"/>
            <a:ext cx="8138160" cy="365760"/>
          </a:xfrm>
          <a:prstGeom prst="roundRect">
            <a:avLst/>
          </a:prstGeom>
          <a:solidFill>
            <a:srgbClr val="F2F5F8"/>
          </a:solidFill>
          <a:ln w="9525">
            <a:solidFill>
              <a:srgbClr val="CDD2D7"/>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00" b="1">
                <a:solidFill>
                  <a:srgbClr val="121212"/>
                </a:solidFill>
                <a:latin typeface="Arial"/>
              </a:rPr>
              <a:t>Still to do: a systematic literature search for early-DR and merged-data studies.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How It Is Different</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Common practice as I understand it, to be checked in the literature review</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8</a:t>
            </a:r>
          </a:p>
        </p:txBody>
      </p:sp>
      <p:sp>
        <p:nvSpPr>
          <p:cNvPr id="201" name="Bullets"/>
          <p:cNvSpPr/>
          <p:nvPr/>
        </p:nvSpPr>
        <p:spPr>
          <a:xfrm>
            <a:off x="502920" y="1280160"/>
            <a:ext cx="8138160" cy="297180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500" b="1">
                <a:solidFill>
                  <a:srgbClr val="121212"/>
                </a:solidFill>
                <a:latin typeface="Arial"/>
              </a:rPr>
              <a:t>• Target: </a:t>
            </a:r>
            <a:r>
              <a:rPr sz="1400" b="0">
                <a:solidFill>
                  <a:srgbClr val="3a3a3a"/>
                </a:solidFill>
                <a:latin typeface="Arial"/>
              </a:rPr>
              <a:t>early DR (grades 1-2) at a fixed specificity, not referable DR</a:t>
            </a:r>
          </a:p>
          <a:p>
            <a:pPr algn="l">
              <a:spcAft>
                <a:spcPts val="900"/>
              </a:spcAft>
            </a:pPr>
            <a:r>
              <a:rPr sz="1500" b="1">
                <a:solidFill>
                  <a:srgbClr val="121212"/>
                </a:solidFill>
                <a:latin typeface="Arial"/>
              </a:rPr>
              <a:t>• Data: </a:t>
            </a:r>
            <a:r>
              <a:rPr sz="1400" b="0">
                <a:solidFill>
                  <a:srgbClr val="3a3a3a"/>
                </a:solidFill>
                <a:latin typeface="Arial"/>
              </a:rPr>
              <a:t>the merge itself is tested, with DDR only, source-balanced and old-merge arms</a:t>
            </a:r>
          </a:p>
          <a:p>
            <a:pPr algn="l">
              <a:spcAft>
                <a:spcPts val="900"/>
              </a:spcAft>
            </a:pPr>
            <a:r>
              <a:rPr sz="1500" b="1">
                <a:solidFill>
                  <a:srgbClr val="121212"/>
                </a:solidFill>
                <a:latin typeface="Arial"/>
              </a:rPr>
              <a:t>• Imbalance: </a:t>
            </a:r>
            <a:r>
              <a:rPr sz="1400" b="0">
                <a:solidFill>
                  <a:srgbClr val="3a3a3a"/>
                </a:solidFill>
                <a:latin typeface="Arial"/>
              </a:rPr>
              <a:t>sampler, loss and augmentation compared one at a time, with a control</a:t>
            </a:r>
          </a:p>
          <a:p>
            <a:pPr algn="l">
              <a:spcAft>
                <a:spcPts val="900"/>
              </a:spcAft>
            </a:pPr>
            <a:r>
              <a:rPr sz="1500" b="1">
                <a:solidFill>
                  <a:srgbClr val="121212"/>
                </a:solidFill>
                <a:latin typeface="Arial"/>
              </a:rPr>
              <a:t>• Transfer: </a:t>
            </a:r>
            <a:r>
              <a:rPr sz="1400" b="0">
                <a:solidFill>
                  <a:srgbClr val="3a3a3a"/>
                </a:solidFill>
                <a:latin typeface="Arial"/>
              </a:rPr>
              <a:t>held-out EyePACS patients plus APTOS, reported per source</a:t>
            </a:r>
          </a:p>
          <a:p>
            <a:pPr algn="l">
              <a:spcAft>
                <a:spcPts val="900"/>
              </a:spcAft>
            </a:pPr>
            <a:r>
              <a:rPr sz="1500" b="1">
                <a:solidFill>
                  <a:srgbClr val="121212"/>
                </a:solidFill>
                <a:latin typeface="Arial"/>
              </a:rPr>
              <a:t>• Evidence: </a:t>
            </a:r>
            <a:r>
              <a:rPr sz="1400" b="0">
                <a:solidFill>
                  <a:srgbClr val="3a3a3a"/>
                </a:solidFill>
                <a:latin typeface="Arial"/>
              </a:rPr>
              <a:t>shortcut audits and calibrated probabilities, not just accuracy</a:t>
            </a:r>
          </a:p>
        </p:txBody>
      </p:sp>
      <p:sp>
        <p:nvSpPr>
          <p:cNvPr id="202" name="Banner"/>
          <p:cNvSpPr/>
          <p:nvPr/>
        </p:nvSpPr>
        <p:spPr>
          <a:xfrm>
            <a:off x="502920" y="4315968"/>
            <a:ext cx="8138160" cy="365760"/>
          </a:xfrm>
          <a:prstGeom prst="roundRect">
            <a:avLst/>
          </a:prstGeom>
          <a:solidFill>
            <a:srgbClr val="F2F5F8"/>
          </a:solidFill>
          <a:ln w="9525">
            <a:solidFill>
              <a:srgbClr val="CDD2D7"/>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00" b="1">
                <a:solidFill>
                  <a:srgbClr val="121212"/>
                </a:solidFill>
                <a:latin typeface="Arial"/>
              </a:rPr>
              <a:t>Not a new network: the value is the design and the evidence.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Proposed Methods</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Three data arms, one change at a time</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9</a:t>
            </a:r>
          </a:p>
        </p:txBody>
      </p:sp>
      <p:sp>
        <p:nvSpPr>
          <p:cNvPr id="201" name="Bullets"/>
          <p:cNvSpPr/>
          <p:nvPr/>
        </p:nvSpPr>
        <p:spPr>
          <a:xfrm>
            <a:off x="502920" y="1280160"/>
            <a:ext cx="8138160" cy="292608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400" b="1">
                <a:solidFill>
                  <a:srgbClr val="121212"/>
                </a:solidFill>
                <a:latin typeface="Arial"/>
              </a:rPr>
              <a:t>• Three data arms: </a:t>
            </a:r>
            <a:r>
              <a:rPr sz="1300" b="0">
                <a:solidFill>
                  <a:srgbClr val="3a3a3a"/>
                </a:solidFill>
                <a:latin typeface="Arial"/>
              </a:rPr>
              <a:t>A: DDR only. B: DDR + all EyePACS grades, source-balanced. C: DDR + EyePACS grades 1, 3, 4 only, an old merge kept as a negative control</a:t>
            </a:r>
          </a:p>
          <a:p>
            <a:pPr algn="l">
              <a:spcAft>
                <a:spcPts val="900"/>
              </a:spcAft>
            </a:pPr>
            <a:r>
              <a:rPr sz="1400" b="1">
                <a:solidFill>
                  <a:srgbClr val="121212"/>
                </a:solidFill>
                <a:latin typeface="Arial"/>
              </a:rPr>
              <a:t>• Imbalance, one at a time: </a:t>
            </a:r>
            <a:r>
              <a:rPr sz="1300" b="0">
                <a:solidFill>
                  <a:srgbClr val="3a3a3a"/>
                </a:solidFill>
                <a:latin typeface="Arial"/>
              </a:rPr>
              <a:t>weighted sampler, class-balanced and focal loss, augmentation, each with a control</a:t>
            </a:r>
          </a:p>
          <a:p>
            <a:pPr algn="l">
              <a:spcAft>
                <a:spcPts val="900"/>
              </a:spcAft>
            </a:pPr>
            <a:r>
              <a:rPr sz="1400" b="1">
                <a:solidFill>
                  <a:srgbClr val="121212"/>
                </a:solidFill>
                <a:latin typeface="Arial"/>
              </a:rPr>
              <a:t>• Honest splits: </a:t>
            </a:r>
            <a:r>
              <a:rPr sz="1300" b="0">
                <a:solidFill>
                  <a:srgbClr val="3a3a3a"/>
                </a:solidFill>
                <a:latin typeface="Arial"/>
              </a:rPr>
              <a:t>EyePACS split by patient, a group-aware DDR split, APTOS for external testing only</a:t>
            </a:r>
          </a:p>
          <a:p>
            <a:pPr algn="l">
              <a:spcAft>
                <a:spcPts val="900"/>
              </a:spcAft>
            </a:pPr>
            <a:r>
              <a:rPr sz="1400" b="1">
                <a:solidFill>
                  <a:srgbClr val="121212"/>
                </a:solidFill>
                <a:latin typeface="Arial"/>
              </a:rPr>
              <a:t>• Shortcut audit: </a:t>
            </a:r>
            <a:r>
              <a:rPr sz="1300" b="0">
                <a:solidFill>
                  <a:srgbClr val="3a3a3a"/>
                </a:solidFill>
                <a:latin typeface="Arial"/>
              </a:rPr>
              <a:t>test whether image size, file size, colour or sharpness alone predict the label</a:t>
            </a:r>
          </a:p>
          <a:p>
            <a:pPr algn="l">
              <a:spcAft>
                <a:spcPts val="900"/>
              </a:spcAft>
            </a:pPr>
            <a:r>
              <a:rPr sz="1400" b="1">
                <a:solidFill>
                  <a:srgbClr val="121212"/>
                </a:solidFill>
                <a:latin typeface="Arial"/>
              </a:rPr>
              <a:t>• Frozen operating point: </a:t>
            </a:r>
            <a:r>
              <a:rPr sz="1300" b="0">
                <a:solidFill>
                  <a:srgbClr val="3a3a3a"/>
                </a:solidFill>
                <a:latin typeface="Arial"/>
              </a:rPr>
              <a:t>calibrate and set specificity 0.90 on validation, then test per source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Model Architecture</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From fundus image to a calibrated early-DR flag</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10</a:t>
            </a:r>
          </a:p>
        </p:txBody>
      </p:sp>
      <p:sp>
        <p:nvSpPr>
          <p:cNvPr id="201" name="Stage 1"/>
          <p:cNvSpPr/>
          <p:nvPr/>
        </p:nvSpPr>
        <p:spPr>
          <a:xfrm>
            <a:off x="502920" y="1554480"/>
            <a:ext cx="1417320" cy="1371600"/>
          </a:xfrm>
          <a:prstGeom prst="roundRect">
            <a:avLst/>
          </a:prstGeom>
          <a:solidFill>
            <a:srgbClr val="E4ECF6"/>
          </a:solidFill>
          <a:ln w="9525">
            <a:solidFill>
              <a:srgbClr val="BCCFE4"/>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50" b="1">
                <a:solidFill>
                  <a:srgbClr val="121212"/>
                </a:solidFill>
                <a:latin typeface="Arial"/>
              </a:rPr>
              <a:t>Fundus image</a:t>
            </a:r>
          </a:p>
          <a:p>
            <a:pPr algn="ctr"/>
            <a:r>
              <a:rPr sz="1000" b="0">
                <a:solidFill>
                  <a:srgbClr val="3a3a3a"/>
                </a:solidFill>
                <a:latin typeface="Arial"/>
              </a:rPr>
              <a:t>DDR, EyePACS, APTOS</a:t>
            </a:r>
          </a:p>
        </p:txBody>
      </p:sp>
      <p:sp>
        <p:nvSpPr>
          <p:cNvPr id="202" name="Flow arrow 1"/>
          <p:cNvSpPr/>
          <p:nvPr/>
        </p:nvSpPr>
        <p:spPr>
          <a:xfrm>
            <a:off x="1938528" y="2148840"/>
            <a:ext cx="228600" cy="0"/>
          </a:xfrm>
          <a:prstGeom prst="line">
            <a:avLst/>
          </a:prstGeom>
          <a:noFill/>
          <a:ln w="25400">
            <a:solidFill>
              <a:srgbClr val="555555"/>
            </a:solidFill>
            <a:prstDash val="solid"/>
            <a:tailEnd type="triangle"/>
          </a:ln>
        </p:spPr>
        <p:txBody>
          <a:bodyPr/>
          <a:lstStyle/>
          <a:p>
            <a:endParaRPr sz="1050"/>
          </a:p>
        </p:txBody>
      </p:sp>
      <p:sp>
        <p:nvSpPr>
          <p:cNvPr id="203" name="Stage 2"/>
          <p:cNvSpPr/>
          <p:nvPr/>
        </p:nvSpPr>
        <p:spPr>
          <a:xfrm>
            <a:off x="2185416" y="1554480"/>
            <a:ext cx="1417320" cy="1371600"/>
          </a:xfrm>
          <a:prstGeom prst="roundRect">
            <a:avLst/>
          </a:prstGeom>
          <a:solidFill>
            <a:srgbClr val="E4ECF6"/>
          </a:solidFill>
          <a:ln w="9525">
            <a:solidFill>
              <a:srgbClr val="BCCFE4"/>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50" b="1">
                <a:solidFill>
                  <a:srgbClr val="121212"/>
                </a:solidFill>
                <a:latin typeface="Arial"/>
              </a:rPr>
              <a:t>Preprocess</a:t>
            </a:r>
          </a:p>
          <a:p>
            <a:pPr algn="ctr"/>
            <a:r>
              <a:rPr sz="1000" b="0">
                <a:solidFill>
                  <a:srgbClr val="3a3a3a"/>
                </a:solidFill>
                <a:latin typeface="Arial"/>
              </a:rPr>
              <a:t>Crop, pad, resize to 512 px</a:t>
            </a:r>
          </a:p>
        </p:txBody>
      </p:sp>
      <p:sp>
        <p:nvSpPr>
          <p:cNvPr id="204" name="Flow arrow 2"/>
          <p:cNvSpPr/>
          <p:nvPr/>
        </p:nvSpPr>
        <p:spPr>
          <a:xfrm>
            <a:off x="3621024" y="2148840"/>
            <a:ext cx="228600" cy="0"/>
          </a:xfrm>
          <a:prstGeom prst="line">
            <a:avLst/>
          </a:prstGeom>
          <a:noFill/>
          <a:ln w="25400">
            <a:solidFill>
              <a:srgbClr val="555555"/>
            </a:solidFill>
            <a:prstDash val="solid"/>
            <a:tailEnd type="triangle"/>
          </a:ln>
        </p:spPr>
        <p:txBody>
          <a:bodyPr/>
          <a:lstStyle/>
          <a:p>
            <a:endParaRPr sz="1050"/>
          </a:p>
        </p:txBody>
      </p:sp>
      <p:sp>
        <p:nvSpPr>
          <p:cNvPr id="205" name="Stage 3"/>
          <p:cNvSpPr/>
          <p:nvPr/>
        </p:nvSpPr>
        <p:spPr>
          <a:xfrm>
            <a:off x="3867912" y="1554480"/>
            <a:ext cx="1417320" cy="1371600"/>
          </a:xfrm>
          <a:prstGeom prst="roundRect">
            <a:avLst/>
          </a:prstGeom>
          <a:solidFill>
            <a:srgbClr val="E3F2EA"/>
          </a:solidFill>
          <a:ln w="9525">
            <a:solidFill>
              <a:srgbClr val="1E7A5A"/>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50" b="1">
                <a:solidFill>
                  <a:srgbClr val="121212"/>
                </a:solidFill>
                <a:latin typeface="Arial"/>
              </a:rPr>
              <a:t>EfficientNet-B0</a:t>
            </a:r>
          </a:p>
          <a:p>
            <a:pPr algn="ctr"/>
            <a:r>
              <a:rPr sz="1000" b="0">
                <a:solidFill>
                  <a:srgbClr val="3a3a3a"/>
                </a:solidFill>
                <a:latin typeface="Arial"/>
              </a:rPr>
              <a:t>ImageNet weights, one output head</a:t>
            </a:r>
          </a:p>
        </p:txBody>
      </p:sp>
      <p:sp>
        <p:nvSpPr>
          <p:cNvPr id="206" name="Flow arrow 3"/>
          <p:cNvSpPr/>
          <p:nvPr/>
        </p:nvSpPr>
        <p:spPr>
          <a:xfrm>
            <a:off x="5303520" y="2148840"/>
            <a:ext cx="228600" cy="0"/>
          </a:xfrm>
          <a:prstGeom prst="line">
            <a:avLst/>
          </a:prstGeom>
          <a:noFill/>
          <a:ln w="25400">
            <a:solidFill>
              <a:srgbClr val="555555"/>
            </a:solidFill>
            <a:prstDash val="solid"/>
            <a:tailEnd type="triangle"/>
          </a:ln>
        </p:spPr>
        <p:txBody>
          <a:bodyPr/>
          <a:lstStyle/>
          <a:p>
            <a:endParaRPr sz="1050"/>
          </a:p>
        </p:txBody>
      </p:sp>
      <p:sp>
        <p:nvSpPr>
          <p:cNvPr id="207" name="Stage 4"/>
          <p:cNvSpPr/>
          <p:nvPr/>
        </p:nvSpPr>
        <p:spPr>
          <a:xfrm>
            <a:off x="5550408" y="1554480"/>
            <a:ext cx="1417320" cy="1371600"/>
          </a:xfrm>
          <a:prstGeom prst="roundRect">
            <a:avLst/>
          </a:prstGeom>
          <a:solidFill>
            <a:srgbClr val="E4ECF6"/>
          </a:solidFill>
          <a:ln w="9525">
            <a:solidFill>
              <a:srgbClr val="BCCFE4"/>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50" b="1">
                <a:solidFill>
                  <a:srgbClr val="121212"/>
                </a:solidFill>
                <a:latin typeface="Arial"/>
              </a:rPr>
              <a:t>Calibration</a:t>
            </a:r>
          </a:p>
          <a:p>
            <a:pPr algn="ctr"/>
            <a:r>
              <a:rPr sz="1000" b="0">
                <a:solidFill>
                  <a:srgbClr val="3a3a3a"/>
                </a:solidFill>
                <a:latin typeface="Arial"/>
              </a:rPr>
              <a:t>Temperature scaling and prior-shift correction</a:t>
            </a:r>
          </a:p>
        </p:txBody>
      </p:sp>
      <p:sp>
        <p:nvSpPr>
          <p:cNvPr id="208" name="Flow arrow 4"/>
          <p:cNvSpPr/>
          <p:nvPr/>
        </p:nvSpPr>
        <p:spPr>
          <a:xfrm>
            <a:off x="6986016" y="2148840"/>
            <a:ext cx="228600" cy="0"/>
          </a:xfrm>
          <a:prstGeom prst="line">
            <a:avLst/>
          </a:prstGeom>
          <a:noFill/>
          <a:ln w="25400">
            <a:solidFill>
              <a:srgbClr val="555555"/>
            </a:solidFill>
            <a:prstDash val="solid"/>
            <a:tailEnd type="triangle"/>
          </a:ln>
        </p:spPr>
        <p:txBody>
          <a:bodyPr/>
          <a:lstStyle/>
          <a:p>
            <a:endParaRPr sz="1050"/>
          </a:p>
        </p:txBody>
      </p:sp>
      <p:sp>
        <p:nvSpPr>
          <p:cNvPr id="209" name="Stage 5"/>
          <p:cNvSpPr/>
          <p:nvPr/>
        </p:nvSpPr>
        <p:spPr>
          <a:xfrm>
            <a:off x="7232904" y="1554480"/>
            <a:ext cx="1417320" cy="1371600"/>
          </a:xfrm>
          <a:prstGeom prst="roundRect">
            <a:avLst/>
          </a:prstGeom>
          <a:solidFill>
            <a:srgbClr val="FFE9D9"/>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50" b="1">
                <a:solidFill>
                  <a:srgbClr val="121212"/>
                </a:solidFill>
                <a:latin typeface="Arial"/>
              </a:rPr>
              <a:t>Output</a:t>
            </a:r>
          </a:p>
          <a:p>
            <a:pPr algn="ctr"/>
            <a:r>
              <a:rPr sz="1000" b="0">
                <a:solidFill>
                  <a:srgbClr val="3a3a3a"/>
                </a:solidFill>
                <a:latin typeface="Arial"/>
              </a:rPr>
              <a:t>Early-DR probability and flag</a:t>
            </a:r>
          </a:p>
        </p:txBody>
      </p:sp>
      <p:sp>
        <p:nvSpPr>
          <p:cNvPr id="210" name="Note"/>
          <p:cNvSpPr/>
          <p:nvPr/>
        </p:nvSpPr>
        <p:spPr>
          <a:xfrm>
            <a:off x="502920" y="3200400"/>
            <a:ext cx="8138160" cy="822960"/>
          </a:xfrm>
          <a:prstGeom prst="roundRect">
            <a:avLst/>
          </a:prstGeom>
          <a:solidFill>
            <a:srgbClr val="FFFFFF"/>
          </a:solidFill>
          <a:ln w="9525">
            <a:solidFill>
              <a:srgbClr val="CDD2D7"/>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r>
              <a:rPr sz="1100" b="0">
                <a:solidFill>
                  <a:srgbClr val="3a3a3a"/>
                </a:solidFill>
                <a:latin typeface="Arial"/>
              </a:rPr>
              <a:t>Trained on the training split. The best epoch, calibration and a threshold at specificity 0.90 are set on validation only; test sets are opened afterwards.</a:t>
            </a:r>
          </a:p>
        </p:txBody>
      </p:sp>
      <p:sp>
        <p:nvSpPr>
          <p:cNvPr id="211" name="Banner"/>
          <p:cNvSpPr/>
          <p:nvPr/>
        </p:nvSpPr>
        <p:spPr>
          <a:xfrm>
            <a:off x="502920" y="4315968"/>
            <a:ext cx="8138160" cy="365760"/>
          </a:xfrm>
          <a:prstGeom prst="roundRect">
            <a:avLst/>
          </a:prstGeom>
          <a:solidFill>
            <a:srgbClr val="F2F5F8"/>
          </a:solidFill>
          <a:ln w="9525">
            <a:solidFill>
              <a:srgbClr val="CDD2D7"/>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ctr"/>
            <a:r>
              <a:rPr sz="1100" b="1">
                <a:solidFill>
                  <a:srgbClr val="121212"/>
                </a:solidFill>
                <a:latin typeface="Arial"/>
              </a:rPr>
              <a:t>Not a new network: the design and the evidence are the contribution.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Datasets and Experimental Setup</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Three sources, frozen splits</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11</a:t>
            </a:r>
          </a:p>
        </p:txBody>
      </p:sp>
      <p:sp>
        <p:nvSpPr>
          <p:cNvPr id="201" name="Bullets"/>
          <p:cNvSpPr/>
          <p:nvPr/>
        </p:nvSpPr>
        <p:spPr>
          <a:xfrm>
            <a:off x="502920" y="1280160"/>
            <a:ext cx="8138160" cy="292608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500" b="1">
                <a:solidFill>
                  <a:srgbClr val="121212"/>
                </a:solidFill>
                <a:latin typeface="Arial"/>
              </a:rPr>
              <a:t>• DDR: </a:t>
            </a:r>
            <a:r>
              <a:rPr sz="1400" b="0">
                <a:solidFill>
                  <a:srgbClr val="3a3a3a"/>
                </a:solidFill>
                <a:latin typeface="Arial"/>
              </a:rPr>
              <a:t>12,522 images, random 60/20/20 split (patient IDs not available)</a:t>
            </a:r>
          </a:p>
          <a:p>
            <a:pPr algn="l">
              <a:spcAft>
                <a:spcPts val="900"/>
              </a:spcAft>
            </a:pPr>
            <a:r>
              <a:rPr sz="1500" b="1">
                <a:solidFill>
                  <a:srgbClr val="121212"/>
                </a:solidFill>
                <a:latin typeface="Arial"/>
              </a:rPr>
              <a:t>• EyePACS: </a:t>
            </a:r>
            <a:r>
              <a:rPr sz="1400" b="0">
                <a:solidFill>
                  <a:srgbClr val="3a3a3a"/>
                </a:solidFill>
                <a:latin typeface="Arial"/>
              </a:rPr>
              <a:t>35,108 images, split by patient 70/15/15; held-out test</a:t>
            </a:r>
          </a:p>
          <a:p>
            <a:pPr algn="l">
              <a:spcAft>
                <a:spcPts val="900"/>
              </a:spcAft>
            </a:pPr>
            <a:r>
              <a:rPr sz="1500" b="1">
                <a:solidFill>
                  <a:srgbClr val="121212"/>
                </a:solidFill>
                <a:latin typeface="Arial"/>
              </a:rPr>
              <a:t>• APTOS: </a:t>
            </a:r>
            <a:r>
              <a:rPr sz="1400" b="0">
                <a:solidFill>
                  <a:srgbClr val="3a3a3a"/>
                </a:solidFill>
                <a:latin typeface="Arial"/>
              </a:rPr>
              <a:t>3,662 images, external test only, never used for training or selection</a:t>
            </a:r>
          </a:p>
          <a:p>
            <a:pPr algn="l">
              <a:spcAft>
                <a:spcPts val="900"/>
              </a:spcAft>
            </a:pPr>
            <a:r>
              <a:rPr sz="1500" b="1">
                <a:solidFill>
                  <a:srgbClr val="121212"/>
                </a:solidFill>
                <a:latin typeface="Arial"/>
              </a:rPr>
              <a:t>• Model: </a:t>
            </a:r>
            <a:r>
              <a:rPr sz="1400" b="0">
                <a:solidFill>
                  <a:srgbClr val="3a3a3a"/>
                </a:solidFill>
                <a:latin typeface="Arial"/>
              </a:rPr>
              <a:t>EfficientNet-B0 at 512 px, three seeds, Kaggle GPU</a:t>
            </a:r>
          </a:p>
          <a:p>
            <a:pPr algn="l">
              <a:spcAft>
                <a:spcPts val="900"/>
              </a:spcAft>
            </a:pPr>
            <a:r>
              <a:rPr sz="1500" b="1">
                <a:solidFill>
                  <a:srgbClr val="121212"/>
                </a:solidFill>
                <a:latin typeface="Arial"/>
              </a:rPr>
              <a:t>• Rules: </a:t>
            </a:r>
            <a:r>
              <a:rPr sz="1400" b="0">
                <a:solidFill>
                  <a:srgbClr val="3a3a3a"/>
                </a:solidFill>
                <a:latin typeface="Arial"/>
              </a:rPr>
              <a:t>splits are frozen files; test sets are opened only through a declared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Next Steps</a:t>
            </a:r>
          </a:p>
        </p:txBody>
      </p:sp>
      <p:sp>
        <p:nvSpPr>
          <p:cNvPr id="3" name="TextBox 2"/>
          <p:cNvSpPr txBox="1"/>
          <p:nvPr/>
        </p:nvSpPr>
        <p:spPr>
          <a:xfrm>
            <a:off x="566928" y="932688"/>
            <a:ext cx="8138160" cy="256032"/>
          </a:xfrm>
          <a:prstGeom prst="rect">
            <a:avLst/>
          </a:prstGeom>
          <a:noFill/>
        </p:spPr>
        <p:txBody>
          <a:bodyPr wrap="square" lIns="27432" tIns="18288" rIns="27432" bIns="18288" anchor="t">
            <a:spAutoFit/>
          </a:bodyPr>
          <a:lstStyle/>
          <a:p>
            <a:pPr algn="l"/>
            <a:r>
              <a:rPr sz="1480" b="1" i="0">
                <a:solidFill>
                  <a:srgbClr val="121212"/>
                </a:solidFill>
                <a:latin typeface="Arial"/>
              </a:rPr>
              <a:t>What is planned</a:t>
            </a:r>
          </a:p>
        </p:txBody>
      </p:sp>
      <p:sp>
        <p:nvSpPr>
          <p:cNvPr id="25" name="TextBox 24">
            <a:extLst>
              <a:ext uri="{FF2B5EF4-FFF2-40B4-BE49-F238E27FC236}">
                <a16:creationId xmlns:a16="http://schemas.microsoft.com/office/drawing/2014/main" id="{6AB72007-F5D0-AF78-B89C-794457398D1F}"/>
              </a:ext>
            </a:extLst>
          </p:cNvPr>
          <p:cNvSpPr txBox="1"/>
          <p:nvPr/>
        </p:nvSpPr>
        <p:spPr>
          <a:xfrm>
            <a:off x="8801100" y="4792436"/>
            <a:ext cx="342900" cy="261610"/>
          </a:xfrm>
          <a:prstGeom prst="rect">
            <a:avLst/>
          </a:prstGeom>
          <a:noFill/>
        </p:spPr>
        <p:txBody>
          <a:bodyPr wrap="square" rtlCol="0">
            <a:spAutoFit/>
          </a:bodyPr>
          <a:lstStyle/>
          <a:p>
            <a:r>
              <a:rPr lang="en-US" sz="1100" dirty="0"/>
              <a:t>12</a:t>
            </a:r>
          </a:p>
        </p:txBody>
      </p:sp>
      <p:sp>
        <p:nvSpPr>
          <p:cNvPr id="201" name="Bullets"/>
          <p:cNvSpPr/>
          <p:nvPr/>
        </p:nvSpPr>
        <p:spPr>
          <a:xfrm>
            <a:off x="502920" y="1280160"/>
            <a:ext cx="8138160" cy="2926080"/>
          </a:xfrm>
          <a:prstGeom prst="roundRect">
            <a:avLst>
              <a:gd name="adj" fmla="val 6000"/>
            </a:avLst>
          </a:prstGeom>
          <a:solidFill>
            <a:srgbClr val="FFFFFF"/>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wrap="square" lIns="91440" tIns="36576" rIns="91440" bIns="36576" rtlCol="0" anchor="ctr"/>
          <a:lstStyle/>
          <a:p>
            <a:pPr algn="l">
              <a:spcAft>
                <a:spcPts val="900"/>
              </a:spcAft>
            </a:pPr>
            <a:r>
              <a:rPr sz="1500" b="1">
                <a:solidFill>
                  <a:srgbClr val="121212"/>
                </a:solidFill>
                <a:latin typeface="Arial"/>
              </a:rPr>
              <a:t>• Train the three arms: </a:t>
            </a:r>
            <a:r>
              <a:rPr sz="1400" b="0">
                <a:solidFill>
                  <a:srgbClr val="3a3a3a"/>
                </a:solidFill>
                <a:latin typeface="Arial"/>
              </a:rPr>
              <a:t>several seeds on frozen patient-level splits</a:t>
            </a:r>
          </a:p>
          <a:p>
            <a:pPr algn="l">
              <a:spcAft>
                <a:spcPts val="900"/>
              </a:spcAft>
            </a:pPr>
            <a:r>
              <a:rPr sz="1500" b="1">
                <a:solidFill>
                  <a:srgbClr val="121212"/>
                </a:solidFill>
                <a:latin typeface="Arial"/>
              </a:rPr>
              <a:t>• Compare imbalance methods: </a:t>
            </a:r>
            <a:r>
              <a:rPr sz="1400" b="0">
                <a:solidFill>
                  <a:srgbClr val="3a3a3a"/>
                </a:solidFill>
                <a:latin typeface="Arial"/>
              </a:rPr>
              <a:t>sampler, loss and augmentation, one at a time</a:t>
            </a:r>
          </a:p>
          <a:p>
            <a:pPr algn="l">
              <a:spcAft>
                <a:spcPts val="900"/>
              </a:spcAft>
            </a:pPr>
            <a:r>
              <a:rPr sz="1500" b="1">
                <a:solidFill>
                  <a:srgbClr val="121212"/>
                </a:solidFill>
                <a:latin typeface="Arial"/>
              </a:rPr>
              <a:t>• Test on unseen sources: </a:t>
            </a:r>
            <a:r>
              <a:rPr sz="1400" b="0">
                <a:solidFill>
                  <a:srgbClr val="3a3a3a"/>
                </a:solidFill>
                <a:latin typeface="Arial"/>
              </a:rPr>
              <a:t>held-out EyePACS patients and APTOS, with 95% confidence intervals</a:t>
            </a:r>
          </a:p>
          <a:p>
            <a:pPr algn="l">
              <a:spcAft>
                <a:spcPts val="900"/>
              </a:spcAft>
            </a:pPr>
            <a:r>
              <a:rPr sz="1500" b="1">
                <a:solidFill>
                  <a:srgbClr val="121212"/>
                </a:solidFill>
                <a:latin typeface="Arial"/>
              </a:rPr>
              <a:t>• Calibrate and report: </a:t>
            </a:r>
            <a:r>
              <a:rPr sz="1400" b="0">
                <a:solidFill>
                  <a:srgbClr val="3a3a3a"/>
                </a:solidFill>
                <a:latin typeface="Arial"/>
              </a:rPr>
              <a:t>sensitivity at a fixed specificity, per source</a:t>
            </a:r>
          </a:p>
          <a:p>
            <a:pPr algn="l">
              <a:spcAft>
                <a:spcPts val="900"/>
              </a:spcAft>
            </a:pPr>
            <a:r>
              <a:rPr sz="1500" b="1">
                <a:solidFill>
                  <a:srgbClr val="121212"/>
                </a:solidFill>
                <a:latin typeface="Arial"/>
              </a:rPr>
              <a:t>• Write up: </a:t>
            </a:r>
            <a:r>
              <a:rPr sz="1400" b="0">
                <a:solidFill>
                  <a:srgbClr val="3a3a3a"/>
                </a:solidFill>
                <a:latin typeface="Arial"/>
              </a:rPr>
              <a:t>finish the literature search and the thesis; an IDRiD check is a later extension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232" y="283464"/>
            <a:ext cx="7909560" cy="502920"/>
          </a:xfrm>
        </p:spPr>
        <p:txBody>
          <a:bodyPr/>
          <a:lstStyle/>
          <a:p>
            <a:pPr algn="l"/>
            <a:r>
              <a:rPr sz="2200" b="1">
                <a:solidFill>
                  <a:srgbClr val="121212"/>
                </a:solidFill>
                <a:latin typeface="Arial"/>
              </a:rPr>
              <a:t>References</a:t>
            </a:r>
          </a:p>
        </p:txBody>
      </p:sp>
      <p:sp>
        <p:nvSpPr>
          <p:cNvPr id="3" name="TextBox 2"/>
          <p:cNvSpPr txBox="1"/>
          <p:nvPr/>
        </p:nvSpPr>
        <p:spPr>
          <a:xfrm>
            <a:off x="713231" y="987552"/>
            <a:ext cx="6640605" cy="1373902"/>
          </a:xfrm>
          <a:prstGeom prst="rect">
            <a:avLst/>
          </a:prstGeom>
          <a:noFill/>
        </p:spPr>
        <p:txBody>
          <a:bodyPr wrap="square" lIns="18288" tIns="18288" rIns="18288" bIns="18288">
            <a:spAutoFit/>
          </a:bodyPr>
          <a:lstStyle/>
          <a:p>
            <a:pPr algn="l">
              <a:lnSpc>
                <a:spcPct val="105000"/>
              </a:lnSpc>
              <a:spcAft>
                <a:spcPts val="400"/>
              </a:spcAft>
            </a:pPr>
            <a:r>
              <a:rPr sz="919" dirty="0">
                <a:solidFill>
                  <a:srgbClr val="121212"/>
                </a:solidFill>
                <a:latin typeface="Arial"/>
              </a:rPr>
              <a:t>• International Diabetes Federation. IDF Diabetes Atlas, 11th ed., 2025.</a:t>
            </a:r>
          </a:p>
          <a:p>
            <a:pPr algn="l">
              <a:lnSpc>
                <a:spcPct val="105000"/>
              </a:lnSpc>
              <a:spcAft>
                <a:spcPts val="400"/>
              </a:spcAft>
            </a:pPr>
            <a:r>
              <a:rPr sz="919" dirty="0">
                <a:solidFill>
                  <a:srgbClr val="121212"/>
                </a:solidFill>
                <a:latin typeface="Arial"/>
              </a:rPr>
              <a:t>• Ting, D. S. W., et al. 'Artificial intelligence-assisted diabetic retinopathy screening.' Ophthalmology, 2021.</a:t>
            </a:r>
          </a:p>
          <a:p>
            <a:pPr algn="l">
              <a:lnSpc>
                <a:spcPct val="105000"/>
              </a:lnSpc>
              <a:spcAft>
                <a:spcPts val="400"/>
              </a:spcAft>
            </a:pPr>
            <a:r>
              <a:rPr sz="919" dirty="0">
                <a:solidFill>
                  <a:srgbClr val="121212"/>
                </a:solidFill>
                <a:latin typeface="Arial"/>
              </a:rPr>
              <a:t>• Shah, P., et al. 'Progression of DR and screening demand.' JAMA Ophthalmology, 2024.</a:t>
            </a:r>
            <a:endParaRPr lang="en-US" sz="919" dirty="0">
              <a:solidFill>
                <a:srgbClr val="121212"/>
              </a:solidFill>
              <a:latin typeface="Arial"/>
            </a:endParaRPr>
          </a:p>
          <a:p>
            <a:pPr>
              <a:lnSpc>
                <a:spcPct val="105000"/>
              </a:lnSpc>
              <a:spcAft>
                <a:spcPts val="400"/>
              </a:spcAft>
            </a:pPr>
            <a:r>
              <a:rPr lang="en-US" sz="919" dirty="0">
                <a:solidFill>
                  <a:srgbClr val="121212"/>
                </a:solidFill>
              </a:rPr>
              <a:t>• WHO. Guidelines on diabetic retinopathy screening, 2023.</a:t>
            </a:r>
          </a:p>
          <a:p>
            <a:pPr>
              <a:lnSpc>
                <a:spcPct val="105000"/>
              </a:lnSpc>
              <a:spcAft>
                <a:spcPts val="400"/>
              </a:spcAft>
            </a:pPr>
            <a:r>
              <a:rPr lang="en-US" sz="919" dirty="0">
                <a:solidFill>
                  <a:srgbClr val="121212"/>
                </a:solidFill>
              </a:rPr>
              <a:t>• CDC. Eye-health guidance for people with diabetes, 2024.</a:t>
            </a:r>
          </a:p>
          <a:p>
            <a:pPr>
              <a:lnSpc>
                <a:spcPct val="105000"/>
              </a:lnSpc>
              <a:spcAft>
                <a:spcPts val="400"/>
              </a:spcAft>
            </a:pPr>
            <a:r>
              <a:rPr lang="en-US" sz="919" dirty="0">
                <a:solidFill>
                  <a:srgbClr val="121212"/>
                </a:solidFill>
              </a:rPr>
              <a:t>• Li, T., et al. Diagnostic assessment of deep learning algorithms for DR screening (DDR). Information Sciences, 2019.</a:t>
            </a:r>
          </a:p>
          <a:p>
            <a:pPr>
              <a:lnSpc>
                <a:spcPct val="105000"/>
              </a:lnSpc>
              <a:spcAft>
                <a:spcPts val="400"/>
              </a:spcAft>
            </a:pPr>
            <a:r>
              <a:rPr lang="en-US" sz="919" dirty="0">
                <a:solidFill>
                  <a:srgbClr val="121212"/>
                </a:solidFill>
              </a:rPr>
              <a:t>• Kaggle. Diabetic Retinopathy Detection (EyePACS), 2015; APTOS 2019 Blindness Detection.</a:t>
            </a:r>
          </a:p>
          <a:p>
            <a:pPr>
              <a:lnSpc>
                <a:spcPct val="105000"/>
              </a:lnSpc>
              <a:spcAft>
                <a:spcPts val="400"/>
              </a:spcAft>
            </a:pPr>
            <a:r>
              <a:rPr lang="en-US" sz="919" dirty="0">
                <a:solidFill>
                  <a:srgbClr val="121212"/>
                </a:solidFill>
              </a:rPr>
              <a:t>• Guo, C., et al. On calibration of modern neural networks. ICML, 2017.</a:t>
            </a:r>
          </a:p>
          <a:p>
            <a:pPr>
              <a:lnSpc>
                <a:spcPct val="105000"/>
              </a:lnSpc>
              <a:spcAft>
                <a:spcPts val="400"/>
              </a:spcAft>
            </a:pPr>
            <a:r>
              <a:rPr lang="en-US" sz="919" dirty="0">
                <a:solidFill>
                  <a:srgbClr val="121212"/>
                </a:solidFill>
              </a:rPr>
              <a:t>• Sipka, T., et al. The hitchhiker’s guide to prior-shift adaptation. WACV, 2022.</a:t>
            </a:r>
          </a:p>
          <a:p>
            <a:pPr algn="l">
              <a:lnSpc>
                <a:spcPct val="105000"/>
              </a:lnSpc>
              <a:spcAft>
                <a:spcPts val="400"/>
              </a:spcAft>
            </a:pPr>
            <a:r>
              <a:rPr sz="919" dirty="0">
                <a:solidFill>
                  <a:srgbClr val="121212"/>
                </a:solidFill>
                <a:latin typeface="Arial"/>
              </a:rPr>
              <a:t>• Gulshan, V., et al. Development and validation of a deep learning algorithm for detection of diabetic retinopathy. JAMA, 2016.</a:t>
            </a:r>
          </a:p>
          <a:p>
            <a:pPr algn="l">
              <a:lnSpc>
                <a:spcPct val="105000"/>
              </a:lnSpc>
              <a:spcAft>
                <a:spcPts val="400"/>
              </a:spcAft>
            </a:pPr>
            <a:r>
              <a:rPr sz="919" dirty="0">
                <a:solidFill>
                  <a:srgbClr val="121212"/>
                </a:solidFill>
                <a:latin typeface="Arial"/>
              </a:rPr>
              <a:t>• Tan, M., &amp; Le, Q. EfficientNet: Rethinking model scaling for convolutional neural networks. ICML, 2019.</a:t>
            </a:r>
          </a:p>
          <a:p>
            <a:pPr algn="l">
              <a:lnSpc>
                <a:spcPct val="105000"/>
              </a:lnSpc>
              <a:spcAft>
                <a:spcPts val="400"/>
              </a:spcAft>
            </a:pPr>
            <a:r>
              <a:rPr sz="919" dirty="0">
                <a:solidFill>
                  <a:srgbClr val="121212"/>
                </a:solidFill>
                <a:latin typeface="Arial"/>
              </a:rPr>
              <a:t>• From Retinal Pixels to Patients: Evolution of Deep Learning Research in Diabetic Retinopathy Screening. arXiv:2511.11065, 2025.</a:t>
            </a:r>
          </a:p>
          <a:p>
            <a:pPr algn="l">
              <a:lnSpc>
                <a:spcPct val="105000"/>
              </a:lnSpc>
              <a:spcAft>
                <a:spcPts val="400"/>
              </a:spcAft>
            </a:pPr>
            <a:r>
              <a:rPr sz="919" dirty="0">
                <a:solidFill>
                  <a:srgbClr val="121212"/>
                </a:solidFill>
                <a:latin typeface="Arial"/>
              </a:rPr>
              <a:t>• Cross-camera external validation for artificial intelligence software in diagnosis of diabetic retinopathy. PMC8926465, 2022.</a:t>
            </a:r>
          </a:p>
        </p:txBody>
      </p:sp>
      <p:sp>
        <p:nvSpPr>
          <p:cNvPr id="7" name="TextBox 6">
            <a:extLst>
              <a:ext uri="{FF2B5EF4-FFF2-40B4-BE49-F238E27FC236}">
                <a16:creationId xmlns:a16="http://schemas.microsoft.com/office/drawing/2014/main" id="{20203F86-CDFA-B93E-DF6D-3F1C21538AEF}"/>
              </a:ext>
            </a:extLst>
          </p:cNvPr>
          <p:cNvSpPr txBox="1"/>
          <p:nvPr/>
        </p:nvSpPr>
        <p:spPr>
          <a:xfrm>
            <a:off x="8801100" y="4792436"/>
            <a:ext cx="342900" cy="261610"/>
          </a:xfrm>
          <a:prstGeom prst="rect">
            <a:avLst/>
          </a:prstGeom>
          <a:noFill/>
        </p:spPr>
        <p:txBody>
          <a:bodyPr wrap="square" rtlCol="0">
            <a:spAutoFit/>
          </a:bodyPr>
          <a:lstStyle/>
          <a:p>
            <a:r>
              <a:rPr lang="en-US" sz="1100" dirty="0"/>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2"/>
          <p:cNvSpPr txBox="1">
            <a:spLocks noGrp="1"/>
          </p:cNvSpPr>
          <p:nvPr>
            <p:ph type="title"/>
          </p:nvPr>
        </p:nvSpPr>
        <p:spPr>
          <a:xfrm>
            <a:off x="866073" y="1977949"/>
            <a:ext cx="3592512" cy="593801"/>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sz="3600"/>
              <a:t>THANK YOU</a:t>
            </a:r>
            <a:endParaRPr/>
          </a:p>
        </p:txBody>
      </p:sp>
      <p:sp>
        <p:nvSpPr>
          <p:cNvPr id="12" name="TYSub"/>
          <p:cNvSpPr txBox="1"/>
          <p:nvPr/>
        </p:nvSpPr>
        <p:spPr>
          <a:xfrm>
            <a:off x="500000" y="2650000"/>
            <a:ext cx="4000000" cy="380000"/>
          </a:xfrm>
          <a:prstGeom prst="rect">
            <a:avLst/>
          </a:prstGeom>
          <a:noFill/>
        </p:spPr>
        <p:txBody>
          <a:bodyPr wrap="square" lIns="0" tIns="0" rIns="0" bIns="0">
            <a:spAutoFit/>
          </a:bodyPr>
          <a:lstStyle/>
          <a:p>
            <a:pPr algn="ctr"/>
            <a:r>
              <a:rPr lang="en-US" sz="1400" i="1" dirty="0">
                <a:solidFill>
                  <a:srgbClr val="444444"/>
                </a:solidFill>
              </a:rPr>
              <a:t>Questions? We’d love to discuss!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16647</TotalTime>
  <Words>737</Words>
  <Application>Microsoft Office PowerPoint</Application>
  <PresentationFormat>On-screen Show (16:9)</PresentationFormat>
  <Paragraphs>142</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PowerPoint Presentation</vt:lpstr>
      <vt:lpstr>About Diabetic Retinopathy</vt:lpstr>
      <vt:lpstr>PowerPoint Presentation</vt:lpstr>
      <vt:lpstr>Research Aim</vt:lpstr>
      <vt:lpstr>PowerPoint Presentation</vt:lpstr>
      <vt:lpstr>How It Differs From Current Work</vt:lpstr>
      <vt:lpstr>PowerPoint Presentation</vt:lpstr>
      <vt:lpstr>Next Steps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Roy Suja, Roshan</dc:creator>
  <cp:lastModifiedBy>Kazim Alikhan</cp:lastModifiedBy>
  <cp:revision>18</cp:revision>
  <dcterms:modified xsi:type="dcterms:W3CDTF">2026-08-01T08:50:42Z</dcterms:modified>
</cp:coreProperties>
</file>