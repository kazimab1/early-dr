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305" r:id="rId31"/>
    <p:sldId id="306" r:id="rId32"/>
    <p:sldId id="307" r:id="rId33"/>
    <p:sldId id="308" r:id="rId34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14 imbalance runs (incl. geometric augmentation)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 properties, augmentation; group DDR split built and arms retrained (1 seed)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Prepared, not yet run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Evaluation of the group-split models (new dated declaration; test sets opened again)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Report AUROC, per-grade results and own-source operating points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Matched-subset checks for APTOS capture confound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Five seeds, intervals, ECE, Brier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 with specificity 0.91, as designed: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diagnostic checks, using saved files and train/validation data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 and split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groups; 4% of DDR test had a near-duplicate in train. A group split removed it: validation scores barely changed.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Image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alone: DDR 0.58, APTOS 0.96, EyePACS 0.53. APTOS is camera-confounded; EyePACS is clean.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are not the problem; the APTOS confound and the threshold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is confounded by capture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 predicts APTOS early DR (AUROC 0.96): its 0.994 is not clean evidence of robustness.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small (4%) and removed, but a patient's other eye cannot be.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 (0.50 to 0.59); APTOS is confounded (size 0.96);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Evaluate the group-split models once (new declaration)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