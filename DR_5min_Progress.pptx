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304" r:id="rId30"/>
    <p:sldId id="305" r:id="rId31"/>
    <p:sldId id="307" r:id="rId33"/>
    <p:sldId id="308" r:id="rId34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
  
  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
  <Relationship Id="rId33" Type="http://schemas.openxmlformats.org/officeDocument/2006/relationships/slide" Target="slides/slide26.xml"/>
  <Relationship Id="rId34" Type="http://schemas.openxmlformats.org/officeDocument/2006/relationships/slide" Target="slides/slide27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Five-minute progress update: DDR, EyePACS and APTOS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audit: class counts and merge table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Pipeline on Kaggle: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 trained (3 seeds each)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test evaluation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14 imbalance runs (incl. geometric augmentation)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augmentation; group DDR split built and arms retrained (1 seed) and evaluated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Group-split models evaluated once: no test result changed beyond seed noise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APTOS size-stratified check (post-hoc): AUROC 0.984 to 0.989 within same-size groups, so size alone does not explain 0.99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Report AUROC, per-grade results and own-source operating points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(other capture cues)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Five seeds, intervals, ECE, Brier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3 seeds, threshold frozen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0.93 with specificity 0.91, as designed: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diagnostic checks, using saved files and train/validation data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4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APTOS is camera-confounded; EyePACS is clean.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are not the problem; the APTOS confound and the threshold are.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