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299" r:id="rId25"/>
    <p:sldId id="300" r:id="rId26"/>
    <p:sldId id="301" r:id="rId27"/>
    <p:sldId id="302" r:id="rId28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8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Horizontal bars: best validation score of twelve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937760" cy="309067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(focal gamma 1) 0.9770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Strong augmentation failed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Both runs reached only about 0.57: training did not work, so this test is inconclusive.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 and no official split in this copy: images from one patient can sit in both train and test.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Duplicate candidates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groups: 375 cross splits, 39 cross datasets. Under review; DDR and APTOS numbers may be inflated.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looks too good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Not claimed as robustness until the overlap check is done.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 here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Specificity reached, grade-1-only sensitivity, ECE, Brier and 95% intervals (saved in the results files).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pattern matches the label audit, but it is also unchecked for duplicates.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is best on its own validation set (0.982) and worst on EyePACS PR-AUC (0.43).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EyePACS, not 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 lifts EyePACS PR-AUC by 0.27; DDR sensitivity does not improve.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Imbalance methods: no clear gain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All within noise of plain cross-entropy on the primary metric.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1. Run the duplicate check and look at the pairs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2. Official or patient-level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3. Diagnose strong augmentation; rerun ablations with 3 seeds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 Report specificity, grade-1 sensitivity, ECE, intervals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5. Re-evaluate APTOS after de-duplication; write 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12 imbalance runs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Grad-CAM sanity check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Checks prepared, not yet run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Duplicate-leakage check (step 12)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Image-property shortcut check (step 13)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Diagnose the strong-augmentation failure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Official or patient-level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Report specificity, grade-1 sensitivity, ECE, intervals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5 seeds if time allows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Re-evaluate APTOS after de-duplication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 so far: the original merge teaches the model the source (arm C).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test sensitivity and PR-AUC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held-out EyePACS sensitivity and PR-AUC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0.937 / 0.925 / 0.937 (A / B / C): adding EyePACS did not help.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C: sensitivity 0.997 but PR-AUC 0.43 (A: 0.53): it learned the source. B: PR-AUC 0.80.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Preliminary: random DDR split, duplicates unchecked; APTOS (AUROC 0.994) not claimed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